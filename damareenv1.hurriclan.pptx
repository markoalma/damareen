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4" r:id="rId7"/>
    <p:sldId id="276" r:id="rId8"/>
    <p:sldId id="278" r:id="rId9"/>
    <p:sldId id="279" r:id="rId10"/>
    <p:sldId id="280" r:id="rId11"/>
    <p:sldId id="281" r:id="rId12"/>
    <p:sldId id="262" r:id="rId13"/>
    <p:sldId id="265" r:id="rId14"/>
    <p:sldId id="261" r:id="rId15"/>
    <p:sldId id="282" r:id="rId16"/>
    <p:sldId id="283" r:id="rId17"/>
    <p:sldId id="284" r:id="rId18"/>
    <p:sldId id="285" r:id="rId19"/>
    <p:sldId id="274" r:id="rId20"/>
    <p:sldId id="273" r:id="rId21"/>
  </p:sldIdLst>
  <p:sldSz cx="18288000" cy="10287000"/>
  <p:notesSz cx="6858000" cy="9144000"/>
  <p:embeddedFontLst>
    <p:embeddedFont>
      <p:font typeface="Press Start 2P" panose="020B0604020202020204" charset="0"/>
      <p:regular r:id="rId22"/>
    </p:embeddedFont>
    <p:embeddedFont>
      <p:font typeface="Calibri" panose="020F0502020204030204" pitchFamily="34" charset="0"/>
      <p:regular r:id="rId23"/>
      <p:bold r:id="rId24"/>
      <p:italic r:id="rId25"/>
      <p:boldItalic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F9FD"/>
    <a:srgbClr val="FA7A7A"/>
    <a:srgbClr val="84F9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101" d="100"/>
          <a:sy n="101" d="100"/>
        </p:scale>
        <p:origin x="1400" y="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15" Type="http://schemas.openxmlformats.org/officeDocument/2006/relationships/image" Target="../media/image7.png"/><Relationship Id="rId10" Type="http://schemas.openxmlformats.org/officeDocument/2006/relationships/image" Target="../media/image4.png"/><Relationship Id="rId9" Type="http://schemas.openxmlformats.org/officeDocument/2006/relationships/image" Target="../media/image6.svg"/><Relationship Id="rId1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9.png"/><Relationship Id="rId7" Type="http://schemas.openxmlformats.org/officeDocument/2006/relationships/image" Target="../media/image4.png"/><Relationship Id="rId12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svg"/><Relationship Id="rId11" Type="http://schemas.openxmlformats.org/officeDocument/2006/relationships/image" Target="../media/image10.png"/><Relationship Id="rId10" Type="http://schemas.openxmlformats.org/officeDocument/2006/relationships/image" Target="../media/image6.svg"/><Relationship Id="rId9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2.svg"/><Relationship Id="rId7" Type="http://schemas.openxmlformats.org/officeDocument/2006/relationships/image" Target="../media/image6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11" Type="http://schemas.openxmlformats.org/officeDocument/2006/relationships/image" Target="../media/image12.png"/><Relationship Id="rId10" Type="http://schemas.openxmlformats.org/officeDocument/2006/relationships/image" Target="../media/image6.png"/><Relationship Id="rId4" Type="http://schemas.openxmlformats.org/officeDocument/2006/relationships/image" Target="../media/image3.png"/><Relationship Id="rId9" Type="http://schemas.openxmlformats.org/officeDocument/2006/relationships/image" Target="../media/image16.sv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image" Target="../media/image16.svg"/><Relationship Id="rId12" Type="http://schemas.openxmlformats.org/officeDocument/2006/relationships/image" Target="../media/image1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14.png"/><Relationship Id="rId5" Type="http://schemas.openxmlformats.org/officeDocument/2006/relationships/image" Target="../media/image23.svg"/><Relationship Id="rId10" Type="http://schemas.openxmlformats.org/officeDocument/2006/relationships/image" Target="../media/image5.png"/><Relationship Id="rId9" Type="http://schemas.openxmlformats.org/officeDocument/2006/relationships/image" Target="../media/image12.sv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8.png"/><Relationship Id="rId12" Type="http://schemas.openxmlformats.org/officeDocument/2006/relationships/image" Target="../media/image1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11" Type="http://schemas.openxmlformats.org/officeDocument/2006/relationships/image" Target="../media/image16.png"/><Relationship Id="rId10" Type="http://schemas.openxmlformats.org/officeDocument/2006/relationships/image" Target="../media/image12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2.svg"/><Relationship Id="rId7" Type="http://schemas.openxmlformats.org/officeDocument/2006/relationships/image" Target="../media/image6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11" Type="http://schemas.openxmlformats.org/officeDocument/2006/relationships/image" Target="../media/image19.png"/><Relationship Id="rId10" Type="http://schemas.openxmlformats.org/officeDocument/2006/relationships/image" Target="../media/image6.png"/><Relationship Id="rId4" Type="http://schemas.openxmlformats.org/officeDocument/2006/relationships/image" Target="../media/image3.png"/><Relationship Id="rId9" Type="http://schemas.openxmlformats.org/officeDocument/2006/relationships/image" Target="../media/image16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9.png"/><Relationship Id="rId7" Type="http://schemas.openxmlformats.org/officeDocument/2006/relationships/image" Target="../media/image4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svg"/><Relationship Id="rId10" Type="http://schemas.openxmlformats.org/officeDocument/2006/relationships/image" Target="../media/image6.svg"/><Relationship Id="rId9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2.svg"/><Relationship Id="rId7" Type="http://schemas.openxmlformats.org/officeDocument/2006/relationships/image" Target="../media/image6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11" Type="http://schemas.openxmlformats.org/officeDocument/2006/relationships/image" Target="../media/image21.png"/><Relationship Id="rId10" Type="http://schemas.openxmlformats.org/officeDocument/2006/relationships/image" Target="../media/image14.png"/><Relationship Id="rId4" Type="http://schemas.openxmlformats.org/officeDocument/2006/relationships/image" Target="../media/image3.png"/><Relationship Id="rId9" Type="http://schemas.openxmlformats.org/officeDocument/2006/relationships/image" Target="../media/image16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2.svg"/><Relationship Id="rId7" Type="http://schemas.openxmlformats.org/officeDocument/2006/relationships/image" Target="../media/image6.svg"/><Relationship Id="rId12" Type="http://schemas.openxmlformats.org/officeDocument/2006/relationships/image" Target="../media/image2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22.png"/><Relationship Id="rId5" Type="http://schemas.openxmlformats.org/officeDocument/2006/relationships/image" Target="../media/image23.svg"/><Relationship Id="rId10" Type="http://schemas.openxmlformats.org/officeDocument/2006/relationships/image" Target="../media/image16.svg"/><Relationship Id="rId9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13" Type="http://schemas.openxmlformats.org/officeDocument/2006/relationships/image" Target="../media/image22.png"/><Relationship Id="rId3" Type="http://schemas.openxmlformats.org/officeDocument/2006/relationships/image" Target="../media/image12.svg"/><Relationship Id="rId7" Type="http://schemas.openxmlformats.org/officeDocument/2006/relationships/image" Target="../media/image5.png"/><Relationship Id="rId12" Type="http://schemas.openxmlformats.org/officeDocument/2006/relationships/image" Target="../media/image58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25.png"/><Relationship Id="rId5" Type="http://schemas.openxmlformats.org/officeDocument/2006/relationships/image" Target="../media/image23.svg"/><Relationship Id="rId10" Type="http://schemas.openxmlformats.org/officeDocument/2006/relationships/image" Target="../media/image56.svg"/><Relationship Id="rId9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2.svg"/><Relationship Id="rId7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11" Type="http://schemas.openxmlformats.org/officeDocument/2006/relationships/image" Target="../media/image22.png"/><Relationship Id="rId10" Type="http://schemas.openxmlformats.org/officeDocument/2006/relationships/image" Target="../media/image35.svg"/><Relationship Id="rId9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.svg"/><Relationship Id="rId7" Type="http://schemas.openxmlformats.org/officeDocument/2006/relationships/image" Target="../media/image12.svg"/><Relationship Id="rId12" Type="http://schemas.openxmlformats.org/officeDocument/2006/relationships/image" Target="../media/image3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11" Type="http://schemas.openxmlformats.org/officeDocument/2006/relationships/image" Target="../media/image4.png"/><Relationship Id="rId5" Type="http://schemas.openxmlformats.org/officeDocument/2006/relationships/image" Target="../media/image44.svg"/><Relationship Id="rId10" Type="http://schemas.openxmlformats.org/officeDocument/2006/relationships/image" Target="../media/image27.png"/><Relationship Id="rId9" Type="http://schemas.openxmlformats.org/officeDocument/2006/relationships/image" Target="../media/image35.svg"/><Relationship Id="rId1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8.png"/><Relationship Id="rId3" Type="http://schemas.openxmlformats.org/officeDocument/2006/relationships/image" Target="../media/image12.svg"/><Relationship Id="rId12" Type="http://schemas.openxmlformats.org/officeDocument/2006/relationships/image" Target="../media/image4.png"/><Relationship Id="rId7" Type="http://schemas.openxmlformats.org/officeDocument/2006/relationships/image" Target="../media/image16.svg"/><Relationship Id="rId17" Type="http://schemas.openxmlformats.org/officeDocument/2006/relationships/image" Target="../media/image31.png"/><Relationship Id="rId2" Type="http://schemas.openxmlformats.org/officeDocument/2006/relationships/image" Target="../media/image3.png"/><Relationship Id="rId16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11" Type="http://schemas.openxmlformats.org/officeDocument/2006/relationships/image" Target="../media/image6.svg"/><Relationship Id="rId15" Type="http://schemas.openxmlformats.org/officeDocument/2006/relationships/image" Target="../media/image29.png"/><Relationship Id="rId9" Type="http://schemas.openxmlformats.org/officeDocument/2006/relationships/image" Target="../media/image27.svg"/><Relationship Id="rId1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15" Type="http://schemas.openxmlformats.org/officeDocument/2006/relationships/image" Target="../media/image32.png"/><Relationship Id="rId10" Type="http://schemas.openxmlformats.org/officeDocument/2006/relationships/image" Target="../media/image4.png"/><Relationship Id="rId9" Type="http://schemas.openxmlformats.org/officeDocument/2006/relationships/image" Target="../media/image6.svg"/><Relationship Id="rId1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15" Type="http://schemas.openxmlformats.org/officeDocument/2006/relationships/image" Target="../media/image33.png"/><Relationship Id="rId10" Type="http://schemas.openxmlformats.org/officeDocument/2006/relationships/image" Target="../media/image4.png"/><Relationship Id="rId9" Type="http://schemas.openxmlformats.org/officeDocument/2006/relationships/image" Target="../media/image6.svg"/><Relationship Id="rId1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image" Target="../media/image5.png"/><Relationship Id="rId16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svg"/><Relationship Id="rId15" Type="http://schemas.openxmlformats.org/officeDocument/2006/relationships/image" Target="../media/image22.png"/><Relationship Id="rId1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12.svg"/><Relationship Id="rId18" Type="http://schemas.openxmlformats.org/officeDocument/2006/relationships/image" Target="../media/image35.png"/><Relationship Id="rId7" Type="http://schemas.openxmlformats.org/officeDocument/2006/relationships/image" Target="../media/image16.svg"/><Relationship Id="rId17" Type="http://schemas.openxmlformats.org/officeDocument/2006/relationships/image" Target="../media/image14.png"/><Relationship Id="rId2" Type="http://schemas.openxmlformats.org/officeDocument/2006/relationships/image" Target="../media/image5.png"/><Relationship Id="rId16" Type="http://schemas.openxmlformats.org/officeDocument/2006/relationships/image" Target="../media/image6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svg"/><Relationship Id="rId15" Type="http://schemas.openxmlformats.org/officeDocument/2006/relationships/image" Target="../media/image3.png"/><Relationship Id="rId1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63" Type="http://schemas.openxmlformats.org/officeDocument/2006/relationships/image" Target="../media/image41.png"/><Relationship Id="rId59" Type="http://schemas.openxmlformats.org/officeDocument/2006/relationships/image" Target="../media/image37.png"/><Relationship Id="rId2" Type="http://schemas.openxmlformats.org/officeDocument/2006/relationships/image" Target="../media/image4.png"/><Relationship Id="rId6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58" Type="http://schemas.openxmlformats.org/officeDocument/2006/relationships/image" Target="../media/image36.png"/><Relationship Id="rId66" Type="http://schemas.openxmlformats.org/officeDocument/2006/relationships/image" Target="../media/image22.png"/><Relationship Id="rId57" Type="http://schemas.openxmlformats.org/officeDocument/2006/relationships/image" Target="../media/image12.svg"/><Relationship Id="rId61" Type="http://schemas.openxmlformats.org/officeDocument/2006/relationships/image" Target="../media/image39.png"/><Relationship Id="rId60" Type="http://schemas.openxmlformats.org/officeDocument/2006/relationships/image" Target="../media/image38.png"/><Relationship Id="rId65" Type="http://schemas.openxmlformats.org/officeDocument/2006/relationships/image" Target="../media/image43.png"/><Relationship Id="rId64" Type="http://schemas.openxmlformats.org/officeDocument/2006/relationships/image" Target="../media/image42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openxmlformats.org/officeDocument/2006/relationships/image" Target="../media/image63.svg"/><Relationship Id="rId3" Type="http://schemas.openxmlformats.org/officeDocument/2006/relationships/image" Target="../media/image4.png"/><Relationship Id="rId7" Type="http://schemas.openxmlformats.org/officeDocument/2006/relationships/image" Target="../media/image12.svg"/><Relationship Id="rId12" Type="http://schemas.openxmlformats.org/officeDocument/2006/relationships/image" Target="../media/image45.png"/><Relationship Id="rId2" Type="http://schemas.openxmlformats.org/officeDocument/2006/relationships/image" Target="../media/image44.gif"/><Relationship Id="rId16" Type="http://schemas.openxmlformats.org/officeDocument/2006/relationships/image" Target="../media/image48.png"/><Relationship Id="rId1" Type="http://schemas.openxmlformats.org/officeDocument/2006/relationships/slideLayout" Target="../slideLayouts/slideLayout7.xml"/><Relationship Id="rId11" Type="http://schemas.openxmlformats.org/officeDocument/2006/relationships/image" Target="../media/image6.svg"/><Relationship Id="rId15" Type="http://schemas.openxmlformats.org/officeDocument/2006/relationships/image" Target="../media/image47.png"/><Relationship Id="rId14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5735539"/>
            <a:ext cx="2627300" cy="1122574"/>
          </a:xfrm>
          <a:custGeom>
            <a:avLst/>
            <a:gdLst/>
            <a:ahLst/>
            <a:cxnLst/>
            <a:rect l="l" t="t" r="r" b="b"/>
            <a:pathLst>
              <a:path w="2627300" h="1122574">
                <a:moveTo>
                  <a:pt x="0" y="0"/>
                </a:moveTo>
                <a:lnTo>
                  <a:pt x="2627300" y="0"/>
                </a:lnTo>
                <a:lnTo>
                  <a:pt x="2627300" y="1122573"/>
                </a:lnTo>
                <a:lnTo>
                  <a:pt x="0" y="11225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809477" y="3808890"/>
            <a:ext cx="6042692" cy="5449410"/>
          </a:xfrm>
          <a:custGeom>
            <a:avLst/>
            <a:gdLst/>
            <a:ahLst/>
            <a:cxnLst/>
            <a:rect l="l" t="t" r="r" b="b"/>
            <a:pathLst>
              <a:path w="6042692" h="5449410">
                <a:moveTo>
                  <a:pt x="0" y="0"/>
                </a:moveTo>
                <a:lnTo>
                  <a:pt x="6042692" y="0"/>
                </a:lnTo>
                <a:lnTo>
                  <a:pt x="6042692" y="5449410"/>
                </a:lnTo>
                <a:lnTo>
                  <a:pt x="0" y="54494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2663376" y="892165"/>
            <a:ext cx="7547366" cy="1838813"/>
          </a:xfrm>
          <a:custGeom>
            <a:avLst/>
            <a:gdLst/>
            <a:ahLst/>
            <a:cxnLst/>
            <a:rect l="l" t="t" r="r" b="b"/>
            <a:pathLst>
              <a:path w="7547366" h="1838813">
                <a:moveTo>
                  <a:pt x="0" y="0"/>
                </a:moveTo>
                <a:lnTo>
                  <a:pt x="7547366" y="0"/>
                </a:lnTo>
                <a:lnTo>
                  <a:pt x="7547366" y="1838812"/>
                </a:lnTo>
                <a:lnTo>
                  <a:pt x="0" y="183881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4539130" y="5735539"/>
            <a:ext cx="6794193" cy="1655313"/>
          </a:xfrm>
          <a:custGeom>
            <a:avLst/>
            <a:gdLst/>
            <a:ahLst/>
            <a:cxnLst/>
            <a:rect l="l" t="t" r="r" b="b"/>
            <a:pathLst>
              <a:path w="6794193" h="1655313">
                <a:moveTo>
                  <a:pt x="0" y="0"/>
                </a:moveTo>
                <a:lnTo>
                  <a:pt x="6794194" y="0"/>
                </a:lnTo>
                <a:lnTo>
                  <a:pt x="6794194" y="1655312"/>
                </a:lnTo>
                <a:lnTo>
                  <a:pt x="0" y="165531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5746" y="9258300"/>
            <a:ext cx="18272254" cy="3289006"/>
          </a:xfrm>
          <a:custGeom>
            <a:avLst/>
            <a:gdLst/>
            <a:ahLst/>
            <a:cxnLst/>
            <a:rect l="l" t="t" r="r" b="b"/>
            <a:pathLst>
              <a:path w="18272254" h="3289006">
                <a:moveTo>
                  <a:pt x="0" y="0"/>
                </a:moveTo>
                <a:lnTo>
                  <a:pt x="18272254" y="0"/>
                </a:lnTo>
                <a:lnTo>
                  <a:pt x="18272254" y="3289006"/>
                </a:lnTo>
                <a:lnTo>
                  <a:pt x="0" y="32890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457200" y="1529774"/>
            <a:ext cx="12682715" cy="2744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669"/>
              </a:lnSpc>
            </a:pPr>
            <a:r>
              <a:rPr lang="hu-HU" sz="8000" dirty="0" smtClean="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Damareen</a:t>
            </a:r>
          </a:p>
          <a:p>
            <a:pPr algn="l">
              <a:lnSpc>
                <a:spcPts val="10669"/>
              </a:lnSpc>
            </a:pPr>
            <a:r>
              <a:rPr lang="hu-HU" sz="6000" dirty="0" smtClean="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V</a:t>
            </a:r>
            <a:r>
              <a:rPr lang="hu-HU" sz="8000" dirty="0" smtClean="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1.Hurriclan</a:t>
            </a:r>
            <a:endParaRPr lang="en-US" sz="8000" dirty="0">
              <a:solidFill>
                <a:srgbClr val="000000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>
          <a:xfrm>
            <a:off x="1036134" y="4371193"/>
            <a:ext cx="916639" cy="709979"/>
          </a:xfrm>
          <a:custGeom>
            <a:avLst/>
            <a:gdLst/>
            <a:ahLst/>
            <a:cxnLst/>
            <a:rect l="l" t="t" r="r" b="b"/>
            <a:pathLst>
              <a:path w="916639" h="709979">
                <a:moveTo>
                  <a:pt x="0" y="0"/>
                </a:moveTo>
                <a:lnTo>
                  <a:pt x="916639" y="0"/>
                </a:lnTo>
                <a:lnTo>
                  <a:pt x="916639" y="709979"/>
                </a:lnTo>
                <a:lnTo>
                  <a:pt x="0" y="7099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036134" y="5450091"/>
            <a:ext cx="916639" cy="709979"/>
          </a:xfrm>
          <a:custGeom>
            <a:avLst/>
            <a:gdLst/>
            <a:ahLst/>
            <a:cxnLst/>
            <a:rect l="l" t="t" r="r" b="b"/>
            <a:pathLst>
              <a:path w="916639" h="709979">
                <a:moveTo>
                  <a:pt x="0" y="0"/>
                </a:moveTo>
                <a:lnTo>
                  <a:pt x="916639" y="0"/>
                </a:lnTo>
                <a:lnTo>
                  <a:pt x="916639" y="709979"/>
                </a:lnTo>
                <a:lnTo>
                  <a:pt x="0" y="7099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254515" y="5530834"/>
            <a:ext cx="7351789" cy="4873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840"/>
              </a:lnSpc>
              <a:spcBef>
                <a:spcPct val="0"/>
              </a:spcBef>
            </a:pPr>
            <a:r>
              <a:rPr lang="hu-HU" sz="3200" dirty="0" err="1" smtClean="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PyGame</a:t>
            </a:r>
            <a:r>
              <a:rPr lang="hu-HU" sz="3200" dirty="0" smtClean="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 -&gt; </a:t>
            </a:r>
            <a:r>
              <a:rPr lang="hu-HU" sz="3200" dirty="0" err="1" smtClean="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Tkinter</a:t>
            </a:r>
            <a:endParaRPr lang="en-US" sz="3200" dirty="0">
              <a:solidFill>
                <a:srgbClr val="000000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2260314" y="4467964"/>
            <a:ext cx="11296077" cy="487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40"/>
              </a:lnSpc>
              <a:spcBef>
                <a:spcPct val="0"/>
              </a:spcBef>
            </a:pPr>
            <a:r>
              <a:rPr lang="hu-HU" sz="3200" dirty="0" smtClean="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Python</a:t>
            </a:r>
            <a:endParaRPr lang="en-US" sz="3200" dirty="0">
              <a:solidFill>
                <a:srgbClr val="000000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2260314" y="6593705"/>
            <a:ext cx="11296077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40"/>
              </a:lnSpc>
              <a:spcBef>
                <a:spcPct val="0"/>
              </a:spcBef>
            </a:pPr>
            <a:r>
              <a:rPr lang="hu-HU" sz="3200" dirty="0" smtClean="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Átalakítás -&gt; PyWebView</a:t>
            </a:r>
            <a:endParaRPr lang="en-US" sz="3200" dirty="0">
              <a:solidFill>
                <a:srgbClr val="000000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028700" y="1022684"/>
            <a:ext cx="15528383" cy="1096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629"/>
              </a:lnSpc>
              <a:spcBef>
                <a:spcPct val="0"/>
              </a:spcBef>
            </a:pPr>
            <a:r>
              <a:rPr lang="hu-HU" sz="7191" u="none" strike="noStrike" dirty="0" smtClean="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Korábbi kód</a:t>
            </a:r>
            <a:endParaRPr lang="en-US" sz="7191" u="none" strike="noStrike" dirty="0">
              <a:solidFill>
                <a:srgbClr val="000000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12" name="Freeform 12"/>
          <p:cNvSpPr/>
          <p:nvPr/>
        </p:nvSpPr>
        <p:spPr>
          <a:xfrm>
            <a:off x="1036134" y="6528990"/>
            <a:ext cx="916639" cy="709979"/>
          </a:xfrm>
          <a:custGeom>
            <a:avLst/>
            <a:gdLst/>
            <a:ahLst/>
            <a:cxnLst/>
            <a:rect l="l" t="t" r="r" b="b"/>
            <a:pathLst>
              <a:path w="916639" h="709979">
                <a:moveTo>
                  <a:pt x="0" y="0"/>
                </a:moveTo>
                <a:lnTo>
                  <a:pt x="916639" y="0"/>
                </a:lnTo>
                <a:lnTo>
                  <a:pt x="916639" y="709978"/>
                </a:lnTo>
                <a:lnTo>
                  <a:pt x="0" y="7099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2768887" y="3342462"/>
            <a:ext cx="6790012" cy="1654294"/>
          </a:xfrm>
          <a:custGeom>
            <a:avLst/>
            <a:gdLst/>
            <a:ahLst/>
            <a:cxnLst/>
            <a:rect l="l" t="t" r="r" b="b"/>
            <a:pathLst>
              <a:path w="6790012" h="1654294">
                <a:moveTo>
                  <a:pt x="0" y="0"/>
                </a:moveTo>
                <a:lnTo>
                  <a:pt x="6790012" y="0"/>
                </a:lnTo>
                <a:lnTo>
                  <a:pt x="6790012" y="1654294"/>
                </a:lnTo>
                <a:lnTo>
                  <a:pt x="0" y="165429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5746" y="9258300"/>
            <a:ext cx="18272254" cy="3289006"/>
          </a:xfrm>
          <a:custGeom>
            <a:avLst/>
            <a:gdLst/>
            <a:ahLst/>
            <a:cxnLst/>
            <a:rect l="l" t="t" r="r" b="b"/>
            <a:pathLst>
              <a:path w="18272254" h="3289006">
                <a:moveTo>
                  <a:pt x="0" y="0"/>
                </a:moveTo>
                <a:lnTo>
                  <a:pt x="18272254" y="0"/>
                </a:lnTo>
                <a:lnTo>
                  <a:pt x="18272254" y="3289006"/>
                </a:lnTo>
                <a:lnTo>
                  <a:pt x="0" y="328900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=""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pic>
        <p:nvPicPr>
          <p:cNvPr id="21" name="Kép 20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7221200" y="114300"/>
            <a:ext cx="891017" cy="1053163"/>
          </a:xfrm>
          <a:prstGeom prst="rect">
            <a:avLst/>
          </a:prstGeom>
        </p:spPr>
      </p:pic>
      <p:pic>
        <p:nvPicPr>
          <p:cNvPr id="22" name="Kép 21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3639799" y="5834013"/>
            <a:ext cx="3145882" cy="385634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000">
        <p15:prstTrans prst="curtains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Kép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5142" y="952500"/>
            <a:ext cx="7420257" cy="4191000"/>
          </a:xfrm>
          <a:prstGeom prst="rect">
            <a:avLst/>
          </a:prstGeom>
        </p:spPr>
      </p:pic>
      <p:sp>
        <p:nvSpPr>
          <p:cNvPr id="4" name="Freeform 4"/>
          <p:cNvSpPr/>
          <p:nvPr/>
        </p:nvSpPr>
        <p:spPr>
          <a:xfrm>
            <a:off x="4854159" y="653338"/>
            <a:ext cx="8274029" cy="5310422"/>
          </a:xfrm>
          <a:custGeom>
            <a:avLst/>
            <a:gdLst/>
            <a:ahLst/>
            <a:cxnLst/>
            <a:rect l="l" t="t" r="r" b="b"/>
            <a:pathLst>
              <a:path w="8274029" h="5310422">
                <a:moveTo>
                  <a:pt x="0" y="0"/>
                </a:moveTo>
                <a:lnTo>
                  <a:pt x="8274029" y="0"/>
                </a:lnTo>
                <a:lnTo>
                  <a:pt x="8274029" y="5310422"/>
                </a:lnTo>
                <a:lnTo>
                  <a:pt x="0" y="531042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" name="Freeform 2"/>
          <p:cNvSpPr/>
          <p:nvPr/>
        </p:nvSpPr>
        <p:spPr>
          <a:xfrm>
            <a:off x="15746" y="9258300"/>
            <a:ext cx="18272254" cy="3289006"/>
          </a:xfrm>
          <a:custGeom>
            <a:avLst/>
            <a:gdLst/>
            <a:ahLst/>
            <a:cxnLst/>
            <a:rect l="l" t="t" r="r" b="b"/>
            <a:pathLst>
              <a:path w="18272254" h="3289006">
                <a:moveTo>
                  <a:pt x="0" y="0"/>
                </a:moveTo>
                <a:lnTo>
                  <a:pt x="18272254" y="0"/>
                </a:lnTo>
                <a:lnTo>
                  <a:pt x="18272254" y="3289006"/>
                </a:lnTo>
                <a:lnTo>
                  <a:pt x="0" y="328900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247232" y="2069203"/>
            <a:ext cx="6790012" cy="1654294"/>
          </a:xfrm>
          <a:custGeom>
            <a:avLst/>
            <a:gdLst/>
            <a:ahLst/>
            <a:cxnLst/>
            <a:rect l="l" t="t" r="r" b="b"/>
            <a:pathLst>
              <a:path w="6790012" h="1654294">
                <a:moveTo>
                  <a:pt x="0" y="0"/>
                </a:moveTo>
                <a:lnTo>
                  <a:pt x="6790012" y="0"/>
                </a:lnTo>
                <a:lnTo>
                  <a:pt x="6790012" y="1654294"/>
                </a:lnTo>
                <a:lnTo>
                  <a:pt x="0" y="165429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=""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3089407" y="4724414"/>
            <a:ext cx="6790012" cy="1654294"/>
          </a:xfrm>
          <a:custGeom>
            <a:avLst/>
            <a:gdLst/>
            <a:ahLst/>
            <a:cxnLst/>
            <a:rect l="l" t="t" r="r" b="b"/>
            <a:pathLst>
              <a:path w="6790012" h="1654294">
                <a:moveTo>
                  <a:pt x="0" y="0"/>
                </a:moveTo>
                <a:lnTo>
                  <a:pt x="6790012" y="0"/>
                </a:lnTo>
                <a:lnTo>
                  <a:pt x="6790012" y="1654294"/>
                </a:lnTo>
                <a:lnTo>
                  <a:pt x="0" y="165429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=""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701974" y="6720488"/>
            <a:ext cx="15557326" cy="1102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629"/>
              </a:lnSpc>
              <a:spcBef>
                <a:spcPct val="0"/>
              </a:spcBef>
            </a:pPr>
            <a:r>
              <a:rPr lang="hu-HU" sz="7191" u="none" strike="noStrike" dirty="0" smtClean="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Fejlesztések</a:t>
            </a:r>
            <a:endParaRPr lang="en-US" sz="7191" u="none" strike="noStrike" dirty="0">
              <a:solidFill>
                <a:srgbClr val="000000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pic>
        <p:nvPicPr>
          <p:cNvPr id="13" name="Kép 12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5196139" y="5143500"/>
            <a:ext cx="2622683" cy="4448175"/>
          </a:xfrm>
          <a:prstGeom prst="rect">
            <a:avLst/>
          </a:prstGeom>
          <a:effectLst/>
          <a:scene3d>
            <a:camera prst="orthographicFront">
              <a:rot lat="0" lon="0" rev="0"/>
            </a:camera>
            <a:lightRig rig="threePt" dir="t"/>
          </a:scene3d>
        </p:spPr>
      </p:pic>
      <p:pic>
        <p:nvPicPr>
          <p:cNvPr id="14" name="Kép 13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5305424"/>
            <a:ext cx="2333625" cy="41243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746" y="9258300"/>
            <a:ext cx="18272254" cy="3289006"/>
          </a:xfrm>
          <a:custGeom>
            <a:avLst/>
            <a:gdLst/>
            <a:ahLst/>
            <a:cxnLst/>
            <a:rect l="l" t="t" r="r" b="b"/>
            <a:pathLst>
              <a:path w="18272254" h="3289006">
                <a:moveTo>
                  <a:pt x="0" y="0"/>
                </a:moveTo>
                <a:lnTo>
                  <a:pt x="18272254" y="0"/>
                </a:lnTo>
                <a:lnTo>
                  <a:pt x="18272254" y="3289006"/>
                </a:lnTo>
                <a:lnTo>
                  <a:pt x="0" y="32890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740630" y="4114604"/>
            <a:ext cx="4223079" cy="1028896"/>
          </a:xfrm>
          <a:custGeom>
            <a:avLst/>
            <a:gdLst/>
            <a:ahLst/>
            <a:cxnLst/>
            <a:rect l="l" t="t" r="r" b="b"/>
            <a:pathLst>
              <a:path w="4223079" h="1028896">
                <a:moveTo>
                  <a:pt x="0" y="0"/>
                </a:moveTo>
                <a:lnTo>
                  <a:pt x="4223079" y="0"/>
                </a:lnTo>
                <a:lnTo>
                  <a:pt x="4223079" y="1028896"/>
                </a:lnTo>
                <a:lnTo>
                  <a:pt x="0" y="10288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028700" y="849398"/>
            <a:ext cx="12055126" cy="1102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629"/>
              </a:lnSpc>
              <a:spcBef>
                <a:spcPct val="0"/>
              </a:spcBef>
            </a:pPr>
            <a:r>
              <a:rPr lang="hu-HU" sz="7191" u="none" strike="noStrike" dirty="0" smtClean="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Ajánlott mód</a:t>
            </a:r>
            <a:endParaRPr lang="en-US" sz="7191" u="none" strike="noStrike" dirty="0">
              <a:solidFill>
                <a:srgbClr val="000000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11" name="Freeform 11"/>
          <p:cNvSpPr/>
          <p:nvPr/>
        </p:nvSpPr>
        <p:spPr>
          <a:xfrm>
            <a:off x="12731427" y="854721"/>
            <a:ext cx="6868763" cy="1673480"/>
          </a:xfrm>
          <a:custGeom>
            <a:avLst/>
            <a:gdLst/>
            <a:ahLst/>
            <a:cxnLst/>
            <a:rect l="l" t="t" r="r" b="b"/>
            <a:pathLst>
              <a:path w="6868763" h="1673480">
                <a:moveTo>
                  <a:pt x="0" y="0"/>
                </a:moveTo>
                <a:lnTo>
                  <a:pt x="6868764" y="0"/>
                </a:lnTo>
                <a:lnTo>
                  <a:pt x="6868764" y="1673480"/>
                </a:lnTo>
                <a:lnTo>
                  <a:pt x="0" y="16734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6"/>
          <p:cNvSpPr/>
          <p:nvPr/>
        </p:nvSpPr>
        <p:spPr>
          <a:xfrm>
            <a:off x="909420" y="2726140"/>
            <a:ext cx="916639" cy="709979"/>
          </a:xfrm>
          <a:custGeom>
            <a:avLst/>
            <a:gdLst/>
            <a:ahLst/>
            <a:cxnLst/>
            <a:rect l="l" t="t" r="r" b="b"/>
            <a:pathLst>
              <a:path w="916639" h="709979">
                <a:moveTo>
                  <a:pt x="0" y="0"/>
                </a:moveTo>
                <a:lnTo>
                  <a:pt x="916639" y="0"/>
                </a:lnTo>
                <a:lnTo>
                  <a:pt x="916639" y="709979"/>
                </a:lnTo>
                <a:lnTo>
                  <a:pt x="0" y="70997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7"/>
          <p:cNvSpPr/>
          <p:nvPr/>
        </p:nvSpPr>
        <p:spPr>
          <a:xfrm>
            <a:off x="909420" y="3805038"/>
            <a:ext cx="916639" cy="709979"/>
          </a:xfrm>
          <a:custGeom>
            <a:avLst/>
            <a:gdLst/>
            <a:ahLst/>
            <a:cxnLst/>
            <a:rect l="l" t="t" r="r" b="b"/>
            <a:pathLst>
              <a:path w="916639" h="709979">
                <a:moveTo>
                  <a:pt x="0" y="0"/>
                </a:moveTo>
                <a:lnTo>
                  <a:pt x="916639" y="0"/>
                </a:lnTo>
                <a:lnTo>
                  <a:pt x="916639" y="709979"/>
                </a:lnTo>
                <a:lnTo>
                  <a:pt x="0" y="70997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8"/>
          <p:cNvSpPr txBox="1"/>
          <p:nvPr/>
        </p:nvSpPr>
        <p:spPr>
          <a:xfrm>
            <a:off x="2127801" y="3885781"/>
            <a:ext cx="12502599" cy="4873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840"/>
              </a:lnSpc>
              <a:spcBef>
                <a:spcPct val="0"/>
              </a:spcBef>
            </a:pPr>
            <a:r>
              <a:rPr lang="hu-HU" sz="3200" dirty="0" smtClean="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Vezér kártyához passzoló aréna</a:t>
            </a:r>
            <a:endParaRPr lang="en-US" sz="3200" dirty="0">
              <a:solidFill>
                <a:srgbClr val="000000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17" name="TextBox 9"/>
          <p:cNvSpPr txBox="1"/>
          <p:nvPr/>
        </p:nvSpPr>
        <p:spPr>
          <a:xfrm>
            <a:off x="2133600" y="2822911"/>
            <a:ext cx="13030200" cy="4873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840"/>
              </a:lnSpc>
              <a:spcBef>
                <a:spcPct val="0"/>
              </a:spcBef>
            </a:pPr>
            <a:r>
              <a:rPr lang="hu-HU" sz="3200" dirty="0" smtClean="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Nagy kazamata újrajátszhatósága</a:t>
            </a:r>
            <a:endParaRPr lang="en-US" sz="3200" dirty="0">
              <a:solidFill>
                <a:srgbClr val="000000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18" name="TextBox 10"/>
          <p:cNvSpPr txBox="1"/>
          <p:nvPr/>
        </p:nvSpPr>
        <p:spPr>
          <a:xfrm>
            <a:off x="2133600" y="4948652"/>
            <a:ext cx="11811000" cy="4873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840"/>
              </a:lnSpc>
              <a:spcBef>
                <a:spcPct val="0"/>
              </a:spcBef>
            </a:pPr>
            <a:r>
              <a:rPr lang="hu-HU" sz="3200" dirty="0" smtClean="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Kártya erősítés aréna alapján</a:t>
            </a:r>
            <a:endParaRPr lang="en-US" sz="3200" dirty="0">
              <a:solidFill>
                <a:srgbClr val="000000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19" name="Freeform 12"/>
          <p:cNvSpPr/>
          <p:nvPr/>
        </p:nvSpPr>
        <p:spPr>
          <a:xfrm>
            <a:off x="909420" y="4883937"/>
            <a:ext cx="916639" cy="709979"/>
          </a:xfrm>
          <a:custGeom>
            <a:avLst/>
            <a:gdLst/>
            <a:ahLst/>
            <a:cxnLst/>
            <a:rect l="l" t="t" r="r" b="b"/>
            <a:pathLst>
              <a:path w="916639" h="709979">
                <a:moveTo>
                  <a:pt x="0" y="0"/>
                </a:moveTo>
                <a:lnTo>
                  <a:pt x="916639" y="0"/>
                </a:lnTo>
                <a:lnTo>
                  <a:pt x="916639" y="709978"/>
                </a:lnTo>
                <a:lnTo>
                  <a:pt x="0" y="70997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3" name="TextBox 10"/>
          <p:cNvSpPr txBox="1"/>
          <p:nvPr/>
        </p:nvSpPr>
        <p:spPr>
          <a:xfrm>
            <a:off x="2148468" y="6157226"/>
            <a:ext cx="13015332" cy="4873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840"/>
              </a:lnSpc>
              <a:spcBef>
                <a:spcPct val="0"/>
              </a:spcBef>
            </a:pPr>
            <a:r>
              <a:rPr lang="hu-HU" sz="3200" dirty="0" smtClean="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Változatosabb pakliösszeállítás</a:t>
            </a:r>
            <a:endParaRPr lang="en-US" sz="3200" dirty="0">
              <a:solidFill>
                <a:srgbClr val="000000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24" name="Freeform 12"/>
          <p:cNvSpPr/>
          <p:nvPr/>
        </p:nvSpPr>
        <p:spPr>
          <a:xfrm>
            <a:off x="924288" y="6092511"/>
            <a:ext cx="916639" cy="709979"/>
          </a:xfrm>
          <a:custGeom>
            <a:avLst/>
            <a:gdLst/>
            <a:ahLst/>
            <a:cxnLst/>
            <a:rect l="l" t="t" r="r" b="b"/>
            <a:pathLst>
              <a:path w="916639" h="709979">
                <a:moveTo>
                  <a:pt x="0" y="0"/>
                </a:moveTo>
                <a:lnTo>
                  <a:pt x="916639" y="0"/>
                </a:lnTo>
                <a:lnTo>
                  <a:pt x="916639" y="709978"/>
                </a:lnTo>
                <a:lnTo>
                  <a:pt x="0" y="70997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5" name="TextBox 10"/>
          <p:cNvSpPr txBox="1"/>
          <p:nvPr/>
        </p:nvSpPr>
        <p:spPr>
          <a:xfrm>
            <a:off x="2152185" y="7280094"/>
            <a:ext cx="13015332" cy="9746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840"/>
              </a:lnSpc>
              <a:spcBef>
                <a:spcPct val="0"/>
              </a:spcBef>
            </a:pPr>
            <a:r>
              <a:rPr lang="hu-HU" sz="3200" dirty="0" smtClean="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Izgalmasabb, több </a:t>
            </a:r>
            <a:r>
              <a:rPr lang="hu-HU" sz="3200" dirty="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gondolkodást </a:t>
            </a:r>
            <a:r>
              <a:rPr lang="hu-HU" sz="3200" dirty="0" smtClean="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igénylő játékmenet</a:t>
            </a:r>
            <a:endParaRPr lang="en-US" sz="3200" dirty="0">
              <a:solidFill>
                <a:srgbClr val="000000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27" name="Freeform 6"/>
          <p:cNvSpPr/>
          <p:nvPr/>
        </p:nvSpPr>
        <p:spPr>
          <a:xfrm>
            <a:off x="924288" y="7412417"/>
            <a:ext cx="916639" cy="709979"/>
          </a:xfrm>
          <a:custGeom>
            <a:avLst/>
            <a:gdLst/>
            <a:ahLst/>
            <a:cxnLst/>
            <a:rect l="l" t="t" r="r" b="b"/>
            <a:pathLst>
              <a:path w="916639" h="709979">
                <a:moveTo>
                  <a:pt x="0" y="0"/>
                </a:moveTo>
                <a:lnTo>
                  <a:pt x="916639" y="0"/>
                </a:lnTo>
                <a:lnTo>
                  <a:pt x="916639" y="709979"/>
                </a:lnTo>
                <a:lnTo>
                  <a:pt x="0" y="70997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pic>
        <p:nvPicPr>
          <p:cNvPr id="28" name="Kép 27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7221200" y="114300"/>
            <a:ext cx="891017" cy="1053163"/>
          </a:xfrm>
          <a:prstGeom prst="rect">
            <a:avLst/>
          </a:prstGeom>
        </p:spPr>
      </p:pic>
      <p:pic>
        <p:nvPicPr>
          <p:cNvPr id="29" name="Kép 28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4478000" y="5089708"/>
            <a:ext cx="3810000" cy="45148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2765557" y="2178878"/>
            <a:ext cx="5086612" cy="2302848"/>
          </a:xfrm>
          <a:custGeom>
            <a:avLst/>
            <a:gdLst/>
            <a:ahLst/>
            <a:cxnLst/>
            <a:rect l="l" t="t" r="r" b="b"/>
            <a:pathLst>
              <a:path w="5086612" h="2302848">
                <a:moveTo>
                  <a:pt x="0" y="0"/>
                </a:moveTo>
                <a:lnTo>
                  <a:pt x="5086612" y="0"/>
                </a:lnTo>
                <a:lnTo>
                  <a:pt x="5086612" y="2302848"/>
                </a:lnTo>
                <a:lnTo>
                  <a:pt x="0" y="23028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746" y="9258300"/>
            <a:ext cx="18272254" cy="3289006"/>
          </a:xfrm>
          <a:custGeom>
            <a:avLst/>
            <a:gdLst/>
            <a:ahLst/>
            <a:cxnLst/>
            <a:rect l="l" t="t" r="r" b="b"/>
            <a:pathLst>
              <a:path w="18272254" h="3289006">
                <a:moveTo>
                  <a:pt x="0" y="0"/>
                </a:moveTo>
                <a:lnTo>
                  <a:pt x="18272254" y="0"/>
                </a:lnTo>
                <a:lnTo>
                  <a:pt x="18272254" y="3289006"/>
                </a:lnTo>
                <a:lnTo>
                  <a:pt x="0" y="32890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28700" y="849398"/>
            <a:ext cx="15112198" cy="1096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629"/>
              </a:lnSpc>
              <a:spcBef>
                <a:spcPct val="0"/>
              </a:spcBef>
            </a:pPr>
            <a:r>
              <a:rPr lang="hu-HU" sz="7191" u="none" strike="noStrike" dirty="0" smtClean="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Karakterek</a:t>
            </a:r>
            <a:endParaRPr lang="en-US" sz="7191" u="none" strike="noStrike" dirty="0">
              <a:solidFill>
                <a:srgbClr val="000000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12" name="Freeform 6"/>
          <p:cNvSpPr/>
          <p:nvPr/>
        </p:nvSpPr>
        <p:spPr>
          <a:xfrm>
            <a:off x="909420" y="2726140"/>
            <a:ext cx="916639" cy="709979"/>
          </a:xfrm>
          <a:custGeom>
            <a:avLst/>
            <a:gdLst/>
            <a:ahLst/>
            <a:cxnLst/>
            <a:rect l="l" t="t" r="r" b="b"/>
            <a:pathLst>
              <a:path w="916639" h="709979">
                <a:moveTo>
                  <a:pt x="0" y="0"/>
                </a:moveTo>
                <a:lnTo>
                  <a:pt x="916639" y="0"/>
                </a:lnTo>
                <a:lnTo>
                  <a:pt x="916639" y="709979"/>
                </a:lnTo>
                <a:lnTo>
                  <a:pt x="0" y="70997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7"/>
          <p:cNvSpPr/>
          <p:nvPr/>
        </p:nvSpPr>
        <p:spPr>
          <a:xfrm>
            <a:off x="909420" y="3805038"/>
            <a:ext cx="916639" cy="709979"/>
          </a:xfrm>
          <a:custGeom>
            <a:avLst/>
            <a:gdLst/>
            <a:ahLst/>
            <a:cxnLst/>
            <a:rect l="l" t="t" r="r" b="b"/>
            <a:pathLst>
              <a:path w="916639" h="709979">
                <a:moveTo>
                  <a:pt x="0" y="0"/>
                </a:moveTo>
                <a:lnTo>
                  <a:pt x="916639" y="0"/>
                </a:lnTo>
                <a:lnTo>
                  <a:pt x="916639" y="709979"/>
                </a:lnTo>
                <a:lnTo>
                  <a:pt x="0" y="70997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8"/>
          <p:cNvSpPr txBox="1"/>
          <p:nvPr/>
        </p:nvSpPr>
        <p:spPr>
          <a:xfrm>
            <a:off x="2127801" y="3885781"/>
            <a:ext cx="12502599" cy="4873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840"/>
              </a:lnSpc>
              <a:spcBef>
                <a:spcPct val="0"/>
              </a:spcBef>
            </a:pPr>
            <a:r>
              <a:rPr lang="hu-HU" sz="3200" dirty="0" smtClean="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Generálás</a:t>
            </a:r>
            <a:endParaRPr lang="en-US" sz="3200" dirty="0">
              <a:solidFill>
                <a:srgbClr val="000000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15" name="TextBox 9"/>
          <p:cNvSpPr txBox="1"/>
          <p:nvPr/>
        </p:nvSpPr>
        <p:spPr>
          <a:xfrm>
            <a:off x="2133600" y="2822911"/>
            <a:ext cx="13030200" cy="4873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840"/>
              </a:lnSpc>
              <a:spcBef>
                <a:spcPct val="0"/>
              </a:spcBef>
            </a:pPr>
            <a:r>
              <a:rPr lang="hu-HU" sz="3200" dirty="0" smtClean="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2000 kombináció</a:t>
            </a:r>
            <a:endParaRPr lang="en-US" sz="3200" dirty="0">
              <a:solidFill>
                <a:srgbClr val="000000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16" name="TextBox 10"/>
          <p:cNvSpPr txBox="1"/>
          <p:nvPr/>
        </p:nvSpPr>
        <p:spPr>
          <a:xfrm>
            <a:off x="2133600" y="4948652"/>
            <a:ext cx="11811000" cy="4873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840"/>
              </a:lnSpc>
              <a:spcBef>
                <a:spcPct val="0"/>
              </a:spcBef>
            </a:pPr>
            <a:r>
              <a:rPr lang="hu-HU" sz="3200" dirty="0" smtClean="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Photoshop</a:t>
            </a:r>
            <a:endParaRPr lang="en-US" sz="3200" dirty="0">
              <a:solidFill>
                <a:srgbClr val="000000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17" name="Freeform 12"/>
          <p:cNvSpPr/>
          <p:nvPr/>
        </p:nvSpPr>
        <p:spPr>
          <a:xfrm>
            <a:off x="909420" y="4883937"/>
            <a:ext cx="916639" cy="709979"/>
          </a:xfrm>
          <a:custGeom>
            <a:avLst/>
            <a:gdLst/>
            <a:ahLst/>
            <a:cxnLst/>
            <a:rect l="l" t="t" r="r" b="b"/>
            <a:pathLst>
              <a:path w="916639" h="709979">
                <a:moveTo>
                  <a:pt x="0" y="0"/>
                </a:moveTo>
                <a:lnTo>
                  <a:pt x="916639" y="0"/>
                </a:lnTo>
                <a:lnTo>
                  <a:pt x="916639" y="709978"/>
                </a:lnTo>
                <a:lnTo>
                  <a:pt x="0" y="70997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0"/>
          <p:cNvSpPr txBox="1"/>
          <p:nvPr/>
        </p:nvSpPr>
        <p:spPr>
          <a:xfrm>
            <a:off x="2148468" y="6157226"/>
            <a:ext cx="13015332" cy="4873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840"/>
              </a:lnSpc>
              <a:spcBef>
                <a:spcPct val="0"/>
              </a:spcBef>
            </a:pPr>
            <a:r>
              <a:rPr lang="hu-HU" sz="3200" dirty="0" smtClean="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Mappa struktúra</a:t>
            </a:r>
            <a:endParaRPr lang="en-US" sz="3200" dirty="0">
              <a:solidFill>
                <a:srgbClr val="000000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19" name="Freeform 12"/>
          <p:cNvSpPr/>
          <p:nvPr/>
        </p:nvSpPr>
        <p:spPr>
          <a:xfrm>
            <a:off x="924288" y="6092511"/>
            <a:ext cx="916639" cy="709979"/>
          </a:xfrm>
          <a:custGeom>
            <a:avLst/>
            <a:gdLst/>
            <a:ahLst/>
            <a:cxnLst/>
            <a:rect l="l" t="t" r="r" b="b"/>
            <a:pathLst>
              <a:path w="916639" h="709979">
                <a:moveTo>
                  <a:pt x="0" y="0"/>
                </a:moveTo>
                <a:lnTo>
                  <a:pt x="916639" y="0"/>
                </a:lnTo>
                <a:lnTo>
                  <a:pt x="916639" y="709978"/>
                </a:lnTo>
                <a:lnTo>
                  <a:pt x="0" y="70997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0" name="TextBox 10"/>
          <p:cNvSpPr txBox="1"/>
          <p:nvPr/>
        </p:nvSpPr>
        <p:spPr>
          <a:xfrm>
            <a:off x="2148468" y="7222613"/>
            <a:ext cx="13015332" cy="4873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840"/>
              </a:lnSpc>
              <a:spcBef>
                <a:spcPct val="0"/>
              </a:spcBef>
            </a:pPr>
            <a:r>
              <a:rPr lang="hu-HU" sz="3200" dirty="0" smtClean="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Animálás</a:t>
            </a:r>
            <a:endParaRPr lang="en-US" sz="3200" dirty="0">
              <a:solidFill>
                <a:srgbClr val="000000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21" name="Freeform 6"/>
          <p:cNvSpPr/>
          <p:nvPr/>
        </p:nvSpPr>
        <p:spPr>
          <a:xfrm>
            <a:off x="924288" y="7168759"/>
            <a:ext cx="916639" cy="709979"/>
          </a:xfrm>
          <a:custGeom>
            <a:avLst/>
            <a:gdLst/>
            <a:ahLst/>
            <a:cxnLst/>
            <a:rect l="l" t="t" r="r" b="b"/>
            <a:pathLst>
              <a:path w="916639" h="709979">
                <a:moveTo>
                  <a:pt x="0" y="0"/>
                </a:moveTo>
                <a:lnTo>
                  <a:pt x="916639" y="0"/>
                </a:lnTo>
                <a:lnTo>
                  <a:pt x="916639" y="709979"/>
                </a:lnTo>
                <a:lnTo>
                  <a:pt x="0" y="70997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2" name="TextBox 10"/>
          <p:cNvSpPr txBox="1"/>
          <p:nvPr/>
        </p:nvSpPr>
        <p:spPr>
          <a:xfrm>
            <a:off x="2150743" y="8337352"/>
            <a:ext cx="13015332" cy="4873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840"/>
              </a:lnSpc>
              <a:spcBef>
                <a:spcPct val="0"/>
              </a:spcBef>
            </a:pPr>
            <a:r>
              <a:rPr lang="hu-HU" sz="3200" dirty="0" smtClean="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Személyre szabhatóság</a:t>
            </a:r>
            <a:endParaRPr lang="en-US" sz="3200" dirty="0">
              <a:solidFill>
                <a:srgbClr val="000000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23" name="Freeform 6"/>
          <p:cNvSpPr/>
          <p:nvPr/>
        </p:nvSpPr>
        <p:spPr>
          <a:xfrm>
            <a:off x="926563" y="8283498"/>
            <a:ext cx="916639" cy="709979"/>
          </a:xfrm>
          <a:custGeom>
            <a:avLst/>
            <a:gdLst/>
            <a:ahLst/>
            <a:cxnLst/>
            <a:rect l="l" t="t" r="r" b="b"/>
            <a:pathLst>
              <a:path w="916639" h="709979">
                <a:moveTo>
                  <a:pt x="0" y="0"/>
                </a:moveTo>
                <a:lnTo>
                  <a:pt x="916639" y="0"/>
                </a:lnTo>
                <a:lnTo>
                  <a:pt x="916639" y="709979"/>
                </a:lnTo>
                <a:lnTo>
                  <a:pt x="0" y="70997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pic>
        <p:nvPicPr>
          <p:cNvPr id="24" name="Kép 23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7145000" y="190500"/>
            <a:ext cx="838200" cy="1059080"/>
          </a:xfrm>
          <a:prstGeom prst="rect">
            <a:avLst/>
          </a:prstGeom>
        </p:spPr>
      </p:pic>
      <p:pic>
        <p:nvPicPr>
          <p:cNvPr id="25" name="Kép 24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2954000" y="5461585"/>
            <a:ext cx="3124200" cy="41243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1028700" y="3195173"/>
            <a:ext cx="4685426" cy="5484351"/>
            <a:chOff x="0" y="0"/>
            <a:chExt cx="5305898" cy="6210621"/>
          </a:xfrm>
          <a:solidFill>
            <a:schemeClr val="accent3">
              <a:lumMod val="60000"/>
              <a:lumOff val="40000"/>
            </a:schemeClr>
          </a:solidFill>
        </p:grpSpPr>
        <p:sp>
          <p:nvSpPr>
            <p:cNvPr id="5" name="Freeform 5"/>
            <p:cNvSpPr/>
            <p:nvPr/>
          </p:nvSpPr>
          <p:spPr>
            <a:xfrm>
              <a:off x="0" y="0"/>
              <a:ext cx="5305898" cy="6210621"/>
            </a:xfrm>
            <a:custGeom>
              <a:avLst/>
              <a:gdLst/>
              <a:ahLst/>
              <a:cxnLst/>
              <a:rect l="l" t="t" r="r" b="b"/>
              <a:pathLst>
                <a:path w="5305898" h="6210621">
                  <a:moveTo>
                    <a:pt x="5195358" y="621062"/>
                  </a:moveTo>
                  <a:cubicBezTo>
                    <a:pt x="5195358" y="558956"/>
                    <a:pt x="5195358" y="434743"/>
                    <a:pt x="5195358" y="372637"/>
                  </a:cubicBezTo>
                  <a:lnTo>
                    <a:pt x="5084819" y="372637"/>
                  </a:lnTo>
                  <a:lnTo>
                    <a:pt x="5084819" y="248425"/>
                  </a:lnTo>
                  <a:lnTo>
                    <a:pt x="4974279" y="248425"/>
                  </a:lnTo>
                  <a:lnTo>
                    <a:pt x="4974279" y="124212"/>
                  </a:lnTo>
                  <a:cubicBezTo>
                    <a:pt x="4919009" y="124212"/>
                    <a:pt x="4808470" y="124212"/>
                    <a:pt x="4753200" y="124212"/>
                  </a:cubicBezTo>
                  <a:lnTo>
                    <a:pt x="4753200" y="0"/>
                  </a:lnTo>
                  <a:cubicBezTo>
                    <a:pt x="3353769" y="0"/>
                    <a:pt x="1952128" y="0"/>
                    <a:pt x="552698" y="0"/>
                  </a:cubicBezTo>
                  <a:lnTo>
                    <a:pt x="552698" y="124212"/>
                  </a:lnTo>
                  <a:cubicBezTo>
                    <a:pt x="497428" y="124212"/>
                    <a:pt x="386888" y="124212"/>
                    <a:pt x="331619" y="124212"/>
                  </a:cubicBezTo>
                  <a:lnTo>
                    <a:pt x="331619" y="248425"/>
                  </a:lnTo>
                  <a:lnTo>
                    <a:pt x="221079" y="248425"/>
                  </a:lnTo>
                  <a:lnTo>
                    <a:pt x="221079" y="372637"/>
                  </a:lnTo>
                  <a:lnTo>
                    <a:pt x="110540" y="372637"/>
                  </a:lnTo>
                  <a:cubicBezTo>
                    <a:pt x="110540" y="434743"/>
                    <a:pt x="110540" y="558956"/>
                    <a:pt x="110540" y="621062"/>
                  </a:cubicBezTo>
                  <a:lnTo>
                    <a:pt x="0" y="621062"/>
                  </a:lnTo>
                  <a:cubicBezTo>
                    <a:pt x="0" y="2276814"/>
                    <a:pt x="0" y="3933807"/>
                    <a:pt x="0" y="5589559"/>
                  </a:cubicBezTo>
                  <a:lnTo>
                    <a:pt x="110540" y="5589559"/>
                  </a:lnTo>
                  <a:cubicBezTo>
                    <a:pt x="110540" y="5651665"/>
                    <a:pt x="110540" y="5775877"/>
                    <a:pt x="110540" y="5837984"/>
                  </a:cubicBezTo>
                  <a:lnTo>
                    <a:pt x="221079" y="5837984"/>
                  </a:lnTo>
                  <a:lnTo>
                    <a:pt x="221079" y="5962196"/>
                  </a:lnTo>
                  <a:lnTo>
                    <a:pt x="331619" y="5962196"/>
                  </a:lnTo>
                  <a:lnTo>
                    <a:pt x="331619" y="6086408"/>
                  </a:lnTo>
                  <a:cubicBezTo>
                    <a:pt x="386888" y="6086408"/>
                    <a:pt x="497428" y="6086408"/>
                    <a:pt x="552698" y="6086408"/>
                  </a:cubicBezTo>
                  <a:lnTo>
                    <a:pt x="552698" y="6210621"/>
                  </a:lnTo>
                  <a:cubicBezTo>
                    <a:pt x="1952128" y="6210621"/>
                    <a:pt x="3353769" y="6210621"/>
                    <a:pt x="4753200" y="6210621"/>
                  </a:cubicBezTo>
                  <a:lnTo>
                    <a:pt x="4753200" y="6086408"/>
                  </a:lnTo>
                  <a:cubicBezTo>
                    <a:pt x="4808470" y="6086408"/>
                    <a:pt x="4919009" y="6086408"/>
                    <a:pt x="4974279" y="6086408"/>
                  </a:cubicBezTo>
                  <a:lnTo>
                    <a:pt x="4974279" y="5962196"/>
                  </a:lnTo>
                  <a:lnTo>
                    <a:pt x="5084819" y="5962196"/>
                  </a:lnTo>
                  <a:lnTo>
                    <a:pt x="5084819" y="5837984"/>
                  </a:lnTo>
                  <a:lnTo>
                    <a:pt x="5195358" y="5837984"/>
                  </a:lnTo>
                  <a:cubicBezTo>
                    <a:pt x="5195358" y="5775877"/>
                    <a:pt x="5195358" y="5651665"/>
                    <a:pt x="5195358" y="5589559"/>
                  </a:cubicBezTo>
                  <a:lnTo>
                    <a:pt x="5305898" y="5589559"/>
                  </a:lnTo>
                  <a:cubicBezTo>
                    <a:pt x="5305898" y="3933807"/>
                    <a:pt x="5305898" y="2276813"/>
                    <a:pt x="5305898" y="621062"/>
                  </a:cubicBezTo>
                  <a:lnTo>
                    <a:pt x="5195358" y="621062"/>
                  </a:lnTo>
                  <a:close/>
                </a:path>
              </a:pathLst>
            </a:custGeom>
            <a:grpFill/>
            <a:ln w="76200">
              <a:solidFill>
                <a:schemeClr val="tx1"/>
              </a:solidFill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6809160" y="3195171"/>
            <a:ext cx="4685426" cy="5484351"/>
            <a:chOff x="0" y="0"/>
            <a:chExt cx="5305898" cy="6210621"/>
          </a:xfrm>
          <a:solidFill>
            <a:schemeClr val="tx2">
              <a:lumMod val="40000"/>
              <a:lumOff val="60000"/>
            </a:schemeClr>
          </a:solidFill>
        </p:grpSpPr>
        <p:sp>
          <p:nvSpPr>
            <p:cNvPr id="7" name="Freeform 7"/>
            <p:cNvSpPr/>
            <p:nvPr/>
          </p:nvSpPr>
          <p:spPr>
            <a:xfrm>
              <a:off x="0" y="0"/>
              <a:ext cx="5305898" cy="6210621"/>
            </a:xfrm>
            <a:custGeom>
              <a:avLst/>
              <a:gdLst/>
              <a:ahLst/>
              <a:cxnLst/>
              <a:rect l="l" t="t" r="r" b="b"/>
              <a:pathLst>
                <a:path w="5305898" h="6210621">
                  <a:moveTo>
                    <a:pt x="5195358" y="621062"/>
                  </a:moveTo>
                  <a:cubicBezTo>
                    <a:pt x="5195358" y="558956"/>
                    <a:pt x="5195358" y="434743"/>
                    <a:pt x="5195358" y="372637"/>
                  </a:cubicBezTo>
                  <a:lnTo>
                    <a:pt x="5084819" y="372637"/>
                  </a:lnTo>
                  <a:lnTo>
                    <a:pt x="5084819" y="248425"/>
                  </a:lnTo>
                  <a:lnTo>
                    <a:pt x="4974279" y="248425"/>
                  </a:lnTo>
                  <a:lnTo>
                    <a:pt x="4974279" y="124212"/>
                  </a:lnTo>
                  <a:cubicBezTo>
                    <a:pt x="4919009" y="124212"/>
                    <a:pt x="4808470" y="124212"/>
                    <a:pt x="4753200" y="124212"/>
                  </a:cubicBezTo>
                  <a:lnTo>
                    <a:pt x="4753200" y="0"/>
                  </a:lnTo>
                  <a:cubicBezTo>
                    <a:pt x="3353769" y="0"/>
                    <a:pt x="1952128" y="0"/>
                    <a:pt x="552698" y="0"/>
                  </a:cubicBezTo>
                  <a:lnTo>
                    <a:pt x="552698" y="124212"/>
                  </a:lnTo>
                  <a:cubicBezTo>
                    <a:pt x="497428" y="124212"/>
                    <a:pt x="386888" y="124212"/>
                    <a:pt x="331619" y="124212"/>
                  </a:cubicBezTo>
                  <a:lnTo>
                    <a:pt x="331619" y="248425"/>
                  </a:lnTo>
                  <a:lnTo>
                    <a:pt x="221079" y="248425"/>
                  </a:lnTo>
                  <a:lnTo>
                    <a:pt x="221079" y="372637"/>
                  </a:lnTo>
                  <a:lnTo>
                    <a:pt x="110540" y="372637"/>
                  </a:lnTo>
                  <a:cubicBezTo>
                    <a:pt x="110540" y="434743"/>
                    <a:pt x="110540" y="558956"/>
                    <a:pt x="110540" y="621062"/>
                  </a:cubicBezTo>
                  <a:lnTo>
                    <a:pt x="0" y="621062"/>
                  </a:lnTo>
                  <a:cubicBezTo>
                    <a:pt x="0" y="2276814"/>
                    <a:pt x="0" y="3933807"/>
                    <a:pt x="0" y="5589559"/>
                  </a:cubicBezTo>
                  <a:lnTo>
                    <a:pt x="110540" y="5589559"/>
                  </a:lnTo>
                  <a:cubicBezTo>
                    <a:pt x="110540" y="5651665"/>
                    <a:pt x="110540" y="5775877"/>
                    <a:pt x="110540" y="5837984"/>
                  </a:cubicBezTo>
                  <a:lnTo>
                    <a:pt x="221079" y="5837984"/>
                  </a:lnTo>
                  <a:lnTo>
                    <a:pt x="221079" y="5962196"/>
                  </a:lnTo>
                  <a:lnTo>
                    <a:pt x="331619" y="5962196"/>
                  </a:lnTo>
                  <a:lnTo>
                    <a:pt x="331619" y="6086408"/>
                  </a:lnTo>
                  <a:cubicBezTo>
                    <a:pt x="386888" y="6086408"/>
                    <a:pt x="497428" y="6086408"/>
                    <a:pt x="552698" y="6086408"/>
                  </a:cubicBezTo>
                  <a:lnTo>
                    <a:pt x="552698" y="6210621"/>
                  </a:lnTo>
                  <a:cubicBezTo>
                    <a:pt x="1952128" y="6210621"/>
                    <a:pt x="3353769" y="6210621"/>
                    <a:pt x="4753200" y="6210621"/>
                  </a:cubicBezTo>
                  <a:lnTo>
                    <a:pt x="4753200" y="6086408"/>
                  </a:lnTo>
                  <a:cubicBezTo>
                    <a:pt x="4808470" y="6086408"/>
                    <a:pt x="4919009" y="6086408"/>
                    <a:pt x="4974279" y="6086408"/>
                  </a:cubicBezTo>
                  <a:lnTo>
                    <a:pt x="4974279" y="5962196"/>
                  </a:lnTo>
                  <a:lnTo>
                    <a:pt x="5084819" y="5962196"/>
                  </a:lnTo>
                  <a:lnTo>
                    <a:pt x="5084819" y="5837984"/>
                  </a:lnTo>
                  <a:lnTo>
                    <a:pt x="5195358" y="5837984"/>
                  </a:lnTo>
                  <a:cubicBezTo>
                    <a:pt x="5195358" y="5775877"/>
                    <a:pt x="5195358" y="5651665"/>
                    <a:pt x="5195358" y="5589559"/>
                  </a:cubicBezTo>
                  <a:lnTo>
                    <a:pt x="5305898" y="5589559"/>
                  </a:lnTo>
                  <a:cubicBezTo>
                    <a:pt x="5305898" y="3933807"/>
                    <a:pt x="5305898" y="2276813"/>
                    <a:pt x="5305898" y="621062"/>
                  </a:cubicBezTo>
                  <a:lnTo>
                    <a:pt x="5195358" y="621062"/>
                  </a:lnTo>
                  <a:close/>
                </a:path>
              </a:pathLst>
            </a:custGeom>
            <a:grpFill/>
            <a:ln w="76200">
              <a:solidFill>
                <a:schemeClr val="tx1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12589620" y="3171278"/>
            <a:ext cx="4685426" cy="5484351"/>
            <a:chOff x="0" y="0"/>
            <a:chExt cx="5305898" cy="6210621"/>
          </a:xfrm>
          <a:solidFill>
            <a:srgbClr val="FA7A7A"/>
          </a:solidFill>
        </p:grpSpPr>
        <p:sp>
          <p:nvSpPr>
            <p:cNvPr id="9" name="Freeform 9"/>
            <p:cNvSpPr/>
            <p:nvPr/>
          </p:nvSpPr>
          <p:spPr>
            <a:xfrm>
              <a:off x="0" y="0"/>
              <a:ext cx="5305898" cy="6210621"/>
            </a:xfrm>
            <a:custGeom>
              <a:avLst/>
              <a:gdLst/>
              <a:ahLst/>
              <a:cxnLst/>
              <a:rect l="l" t="t" r="r" b="b"/>
              <a:pathLst>
                <a:path w="5305898" h="6210621">
                  <a:moveTo>
                    <a:pt x="5195358" y="621062"/>
                  </a:moveTo>
                  <a:cubicBezTo>
                    <a:pt x="5195358" y="558956"/>
                    <a:pt x="5195358" y="434743"/>
                    <a:pt x="5195358" y="372637"/>
                  </a:cubicBezTo>
                  <a:lnTo>
                    <a:pt x="5084819" y="372637"/>
                  </a:lnTo>
                  <a:lnTo>
                    <a:pt x="5084819" y="248425"/>
                  </a:lnTo>
                  <a:lnTo>
                    <a:pt x="4974279" y="248425"/>
                  </a:lnTo>
                  <a:lnTo>
                    <a:pt x="4974279" y="124212"/>
                  </a:lnTo>
                  <a:cubicBezTo>
                    <a:pt x="4919009" y="124212"/>
                    <a:pt x="4808470" y="124212"/>
                    <a:pt x="4753200" y="124212"/>
                  </a:cubicBezTo>
                  <a:lnTo>
                    <a:pt x="4753200" y="0"/>
                  </a:lnTo>
                  <a:cubicBezTo>
                    <a:pt x="3353769" y="0"/>
                    <a:pt x="1952128" y="0"/>
                    <a:pt x="552698" y="0"/>
                  </a:cubicBezTo>
                  <a:lnTo>
                    <a:pt x="552698" y="124212"/>
                  </a:lnTo>
                  <a:cubicBezTo>
                    <a:pt x="497428" y="124212"/>
                    <a:pt x="386888" y="124212"/>
                    <a:pt x="331619" y="124212"/>
                  </a:cubicBezTo>
                  <a:lnTo>
                    <a:pt x="331619" y="248425"/>
                  </a:lnTo>
                  <a:lnTo>
                    <a:pt x="221079" y="248425"/>
                  </a:lnTo>
                  <a:lnTo>
                    <a:pt x="221079" y="372637"/>
                  </a:lnTo>
                  <a:lnTo>
                    <a:pt x="110540" y="372637"/>
                  </a:lnTo>
                  <a:cubicBezTo>
                    <a:pt x="110540" y="434743"/>
                    <a:pt x="110540" y="558956"/>
                    <a:pt x="110540" y="621062"/>
                  </a:cubicBezTo>
                  <a:lnTo>
                    <a:pt x="0" y="621062"/>
                  </a:lnTo>
                  <a:cubicBezTo>
                    <a:pt x="0" y="2276814"/>
                    <a:pt x="0" y="3933807"/>
                    <a:pt x="0" y="5589559"/>
                  </a:cubicBezTo>
                  <a:lnTo>
                    <a:pt x="110540" y="5589559"/>
                  </a:lnTo>
                  <a:cubicBezTo>
                    <a:pt x="110540" y="5651665"/>
                    <a:pt x="110540" y="5775877"/>
                    <a:pt x="110540" y="5837984"/>
                  </a:cubicBezTo>
                  <a:lnTo>
                    <a:pt x="221079" y="5837984"/>
                  </a:lnTo>
                  <a:lnTo>
                    <a:pt x="221079" y="5962196"/>
                  </a:lnTo>
                  <a:lnTo>
                    <a:pt x="331619" y="5962196"/>
                  </a:lnTo>
                  <a:lnTo>
                    <a:pt x="331619" y="6086408"/>
                  </a:lnTo>
                  <a:cubicBezTo>
                    <a:pt x="386888" y="6086408"/>
                    <a:pt x="497428" y="6086408"/>
                    <a:pt x="552698" y="6086408"/>
                  </a:cubicBezTo>
                  <a:lnTo>
                    <a:pt x="552698" y="6210621"/>
                  </a:lnTo>
                  <a:cubicBezTo>
                    <a:pt x="1952128" y="6210621"/>
                    <a:pt x="3353769" y="6210621"/>
                    <a:pt x="4753200" y="6210621"/>
                  </a:cubicBezTo>
                  <a:lnTo>
                    <a:pt x="4753200" y="6086408"/>
                  </a:lnTo>
                  <a:cubicBezTo>
                    <a:pt x="4808470" y="6086408"/>
                    <a:pt x="4919009" y="6086408"/>
                    <a:pt x="4974279" y="6086408"/>
                  </a:cubicBezTo>
                  <a:lnTo>
                    <a:pt x="4974279" y="5962196"/>
                  </a:lnTo>
                  <a:lnTo>
                    <a:pt x="5084819" y="5962196"/>
                  </a:lnTo>
                  <a:lnTo>
                    <a:pt x="5084819" y="5837984"/>
                  </a:lnTo>
                  <a:lnTo>
                    <a:pt x="5195358" y="5837984"/>
                  </a:lnTo>
                  <a:cubicBezTo>
                    <a:pt x="5195358" y="5775877"/>
                    <a:pt x="5195358" y="5651665"/>
                    <a:pt x="5195358" y="5589559"/>
                  </a:cubicBezTo>
                  <a:lnTo>
                    <a:pt x="5305898" y="5589559"/>
                  </a:lnTo>
                  <a:cubicBezTo>
                    <a:pt x="5305898" y="3933807"/>
                    <a:pt x="5305898" y="2276813"/>
                    <a:pt x="5305898" y="621062"/>
                  </a:cubicBezTo>
                  <a:lnTo>
                    <a:pt x="5195358" y="621062"/>
                  </a:lnTo>
                  <a:close/>
                </a:path>
              </a:pathLst>
            </a:custGeom>
            <a:grpFill/>
            <a:ln w="76200">
              <a:solidFill>
                <a:schemeClr val="tx1"/>
              </a:solidFill>
            </a:ln>
          </p:spPr>
        </p:sp>
      </p:grpSp>
      <p:sp>
        <p:nvSpPr>
          <p:cNvPr id="10" name="TextBox 10"/>
          <p:cNvSpPr txBox="1"/>
          <p:nvPr/>
        </p:nvSpPr>
        <p:spPr>
          <a:xfrm>
            <a:off x="457200" y="1023377"/>
            <a:ext cx="17830800" cy="11028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629"/>
              </a:lnSpc>
              <a:spcBef>
                <a:spcPct val="0"/>
              </a:spcBef>
            </a:pPr>
            <a:r>
              <a:rPr lang="hu-HU" sz="7191" u="none" strike="noStrike" dirty="0" smtClean="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Generált karakterek</a:t>
            </a:r>
            <a:endParaRPr lang="en-US" sz="7191" u="none" strike="noStrike" dirty="0">
              <a:solidFill>
                <a:srgbClr val="000000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12" name="Freeform 12"/>
          <p:cNvSpPr/>
          <p:nvPr/>
        </p:nvSpPr>
        <p:spPr>
          <a:xfrm>
            <a:off x="15746" y="9258300"/>
            <a:ext cx="18272254" cy="3289006"/>
          </a:xfrm>
          <a:custGeom>
            <a:avLst/>
            <a:gdLst/>
            <a:ahLst/>
            <a:cxnLst/>
            <a:rect l="l" t="t" r="r" b="b"/>
            <a:pathLst>
              <a:path w="18272254" h="3289006">
                <a:moveTo>
                  <a:pt x="0" y="0"/>
                </a:moveTo>
                <a:lnTo>
                  <a:pt x="18272254" y="0"/>
                </a:lnTo>
                <a:lnTo>
                  <a:pt x="18272254" y="3289006"/>
                </a:lnTo>
                <a:lnTo>
                  <a:pt x="0" y="32890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pic>
        <p:nvPicPr>
          <p:cNvPr id="13" name="Kép 12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4523" y="3703733"/>
            <a:ext cx="3314700" cy="4467225"/>
          </a:xfrm>
          <a:prstGeom prst="rect">
            <a:avLst/>
          </a:prstGeom>
        </p:spPr>
      </p:pic>
      <p:pic>
        <p:nvPicPr>
          <p:cNvPr id="14" name="Kép 13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4600" y="4103783"/>
            <a:ext cx="2333625" cy="4067175"/>
          </a:xfrm>
          <a:prstGeom prst="rect">
            <a:avLst/>
          </a:prstGeom>
        </p:spPr>
      </p:pic>
      <p:pic>
        <p:nvPicPr>
          <p:cNvPr id="15" name="Kép 14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41658" y="3827558"/>
            <a:ext cx="3181350" cy="4343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746" y="9258300"/>
            <a:ext cx="18272254" cy="3289006"/>
          </a:xfrm>
          <a:custGeom>
            <a:avLst/>
            <a:gdLst/>
            <a:ahLst/>
            <a:cxnLst/>
            <a:rect l="l" t="t" r="r" b="b"/>
            <a:pathLst>
              <a:path w="18272254" h="3289006">
                <a:moveTo>
                  <a:pt x="0" y="0"/>
                </a:moveTo>
                <a:lnTo>
                  <a:pt x="18272254" y="0"/>
                </a:lnTo>
                <a:lnTo>
                  <a:pt x="18272254" y="3289006"/>
                </a:lnTo>
                <a:lnTo>
                  <a:pt x="0" y="32890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740630" y="4114604"/>
            <a:ext cx="4223079" cy="1028896"/>
          </a:xfrm>
          <a:custGeom>
            <a:avLst/>
            <a:gdLst/>
            <a:ahLst/>
            <a:cxnLst/>
            <a:rect l="l" t="t" r="r" b="b"/>
            <a:pathLst>
              <a:path w="4223079" h="1028896">
                <a:moveTo>
                  <a:pt x="0" y="0"/>
                </a:moveTo>
                <a:lnTo>
                  <a:pt x="4223079" y="0"/>
                </a:lnTo>
                <a:lnTo>
                  <a:pt x="4223079" y="1028896"/>
                </a:lnTo>
                <a:lnTo>
                  <a:pt x="0" y="10288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028700" y="849398"/>
            <a:ext cx="12055126" cy="1102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629"/>
              </a:lnSpc>
              <a:spcBef>
                <a:spcPct val="0"/>
              </a:spcBef>
            </a:pPr>
            <a:r>
              <a:rPr lang="hu-HU" sz="7191" u="none" strike="noStrike" dirty="0" smtClean="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Zene</a:t>
            </a:r>
            <a:endParaRPr lang="en-US" sz="7191" u="none" strike="noStrike" dirty="0">
              <a:solidFill>
                <a:srgbClr val="000000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11" name="Freeform 11"/>
          <p:cNvSpPr/>
          <p:nvPr/>
        </p:nvSpPr>
        <p:spPr>
          <a:xfrm>
            <a:off x="12731427" y="854721"/>
            <a:ext cx="6868763" cy="1673480"/>
          </a:xfrm>
          <a:custGeom>
            <a:avLst/>
            <a:gdLst/>
            <a:ahLst/>
            <a:cxnLst/>
            <a:rect l="l" t="t" r="r" b="b"/>
            <a:pathLst>
              <a:path w="6868763" h="1673480">
                <a:moveTo>
                  <a:pt x="0" y="0"/>
                </a:moveTo>
                <a:lnTo>
                  <a:pt x="6868764" y="0"/>
                </a:lnTo>
                <a:lnTo>
                  <a:pt x="6868764" y="1673480"/>
                </a:lnTo>
                <a:lnTo>
                  <a:pt x="0" y="16734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6"/>
          <p:cNvSpPr/>
          <p:nvPr/>
        </p:nvSpPr>
        <p:spPr>
          <a:xfrm>
            <a:off x="909420" y="2726140"/>
            <a:ext cx="916639" cy="709979"/>
          </a:xfrm>
          <a:custGeom>
            <a:avLst/>
            <a:gdLst/>
            <a:ahLst/>
            <a:cxnLst/>
            <a:rect l="l" t="t" r="r" b="b"/>
            <a:pathLst>
              <a:path w="916639" h="709979">
                <a:moveTo>
                  <a:pt x="0" y="0"/>
                </a:moveTo>
                <a:lnTo>
                  <a:pt x="916639" y="0"/>
                </a:lnTo>
                <a:lnTo>
                  <a:pt x="916639" y="709979"/>
                </a:lnTo>
                <a:lnTo>
                  <a:pt x="0" y="70997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7"/>
          <p:cNvSpPr/>
          <p:nvPr/>
        </p:nvSpPr>
        <p:spPr>
          <a:xfrm>
            <a:off x="909420" y="3805038"/>
            <a:ext cx="916639" cy="709979"/>
          </a:xfrm>
          <a:custGeom>
            <a:avLst/>
            <a:gdLst/>
            <a:ahLst/>
            <a:cxnLst/>
            <a:rect l="l" t="t" r="r" b="b"/>
            <a:pathLst>
              <a:path w="916639" h="709979">
                <a:moveTo>
                  <a:pt x="0" y="0"/>
                </a:moveTo>
                <a:lnTo>
                  <a:pt x="916639" y="0"/>
                </a:lnTo>
                <a:lnTo>
                  <a:pt x="916639" y="709979"/>
                </a:lnTo>
                <a:lnTo>
                  <a:pt x="0" y="70997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8"/>
          <p:cNvSpPr txBox="1"/>
          <p:nvPr/>
        </p:nvSpPr>
        <p:spPr>
          <a:xfrm>
            <a:off x="2127801" y="3885781"/>
            <a:ext cx="12502599" cy="4873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840"/>
              </a:lnSpc>
              <a:spcBef>
                <a:spcPct val="0"/>
              </a:spcBef>
            </a:pPr>
            <a:r>
              <a:rPr lang="hu-HU" sz="3200" dirty="0" smtClean="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3 csoportba osztás</a:t>
            </a:r>
            <a:endParaRPr lang="en-US" sz="3200" dirty="0">
              <a:solidFill>
                <a:srgbClr val="000000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17" name="TextBox 9"/>
          <p:cNvSpPr txBox="1"/>
          <p:nvPr/>
        </p:nvSpPr>
        <p:spPr>
          <a:xfrm>
            <a:off x="2133600" y="2822911"/>
            <a:ext cx="13030200" cy="4873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840"/>
              </a:lnSpc>
              <a:spcBef>
                <a:spcPct val="0"/>
              </a:spcBef>
            </a:pPr>
            <a:r>
              <a:rPr lang="hu-HU" sz="3200" dirty="0" smtClean="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Zene generálása</a:t>
            </a:r>
            <a:endParaRPr lang="en-US" sz="3200" dirty="0">
              <a:solidFill>
                <a:srgbClr val="000000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18" name="TextBox 10"/>
          <p:cNvSpPr txBox="1"/>
          <p:nvPr/>
        </p:nvSpPr>
        <p:spPr>
          <a:xfrm>
            <a:off x="2133600" y="4948652"/>
            <a:ext cx="11811000" cy="4873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840"/>
              </a:lnSpc>
              <a:spcBef>
                <a:spcPct val="0"/>
              </a:spcBef>
            </a:pPr>
            <a:r>
              <a:rPr lang="hu-HU" sz="3200" dirty="0" smtClean="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Ismétlődés</a:t>
            </a:r>
            <a:endParaRPr lang="en-US" sz="3200" dirty="0">
              <a:solidFill>
                <a:srgbClr val="000000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19" name="Freeform 12"/>
          <p:cNvSpPr/>
          <p:nvPr/>
        </p:nvSpPr>
        <p:spPr>
          <a:xfrm>
            <a:off x="909420" y="4883937"/>
            <a:ext cx="916639" cy="709979"/>
          </a:xfrm>
          <a:custGeom>
            <a:avLst/>
            <a:gdLst/>
            <a:ahLst/>
            <a:cxnLst/>
            <a:rect l="l" t="t" r="r" b="b"/>
            <a:pathLst>
              <a:path w="916639" h="709979">
                <a:moveTo>
                  <a:pt x="0" y="0"/>
                </a:moveTo>
                <a:lnTo>
                  <a:pt x="916639" y="0"/>
                </a:lnTo>
                <a:lnTo>
                  <a:pt x="916639" y="709978"/>
                </a:lnTo>
                <a:lnTo>
                  <a:pt x="0" y="70997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3" name="TextBox 10"/>
          <p:cNvSpPr txBox="1"/>
          <p:nvPr/>
        </p:nvSpPr>
        <p:spPr>
          <a:xfrm>
            <a:off x="2148468" y="6157226"/>
            <a:ext cx="13015332" cy="4873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840"/>
              </a:lnSpc>
              <a:spcBef>
                <a:spcPct val="0"/>
              </a:spcBef>
            </a:pPr>
            <a:r>
              <a:rPr lang="hu-HU" sz="3200" dirty="0" smtClean="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Véletlenszerűsítés</a:t>
            </a:r>
            <a:endParaRPr lang="en-US" sz="3200" dirty="0">
              <a:solidFill>
                <a:srgbClr val="000000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24" name="Freeform 12"/>
          <p:cNvSpPr/>
          <p:nvPr/>
        </p:nvSpPr>
        <p:spPr>
          <a:xfrm>
            <a:off x="924288" y="6092511"/>
            <a:ext cx="916639" cy="709979"/>
          </a:xfrm>
          <a:custGeom>
            <a:avLst/>
            <a:gdLst/>
            <a:ahLst/>
            <a:cxnLst/>
            <a:rect l="l" t="t" r="r" b="b"/>
            <a:pathLst>
              <a:path w="916639" h="709979">
                <a:moveTo>
                  <a:pt x="0" y="0"/>
                </a:moveTo>
                <a:lnTo>
                  <a:pt x="916639" y="0"/>
                </a:lnTo>
                <a:lnTo>
                  <a:pt x="916639" y="709978"/>
                </a:lnTo>
                <a:lnTo>
                  <a:pt x="0" y="70997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5" name="TextBox 10"/>
          <p:cNvSpPr txBox="1"/>
          <p:nvPr/>
        </p:nvSpPr>
        <p:spPr>
          <a:xfrm>
            <a:off x="2152185" y="7280094"/>
            <a:ext cx="13015332" cy="9746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840"/>
              </a:lnSpc>
              <a:spcBef>
                <a:spcPct val="0"/>
              </a:spcBef>
            </a:pPr>
            <a:r>
              <a:rPr lang="hu-HU" sz="3200" dirty="0" smtClean="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Magasabb játékélmény érdekében, Új érzékszerv bevonása</a:t>
            </a:r>
            <a:endParaRPr lang="en-US" sz="3200" dirty="0">
              <a:solidFill>
                <a:srgbClr val="000000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27" name="Freeform 6"/>
          <p:cNvSpPr/>
          <p:nvPr/>
        </p:nvSpPr>
        <p:spPr>
          <a:xfrm>
            <a:off x="924288" y="7412417"/>
            <a:ext cx="916639" cy="709979"/>
          </a:xfrm>
          <a:custGeom>
            <a:avLst/>
            <a:gdLst/>
            <a:ahLst/>
            <a:cxnLst/>
            <a:rect l="l" t="t" r="r" b="b"/>
            <a:pathLst>
              <a:path w="916639" h="709979">
                <a:moveTo>
                  <a:pt x="0" y="0"/>
                </a:moveTo>
                <a:lnTo>
                  <a:pt x="916639" y="0"/>
                </a:lnTo>
                <a:lnTo>
                  <a:pt x="916639" y="709979"/>
                </a:lnTo>
                <a:lnTo>
                  <a:pt x="0" y="70997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pic>
        <p:nvPicPr>
          <p:cNvPr id="20" name="Kép 19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7221200" y="114300"/>
            <a:ext cx="891017" cy="1053163"/>
          </a:xfrm>
          <a:prstGeom prst="rect">
            <a:avLst/>
          </a:prstGeom>
        </p:spPr>
      </p:pic>
      <p:pic>
        <p:nvPicPr>
          <p:cNvPr id="3" name="Kép 2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4477999" y="5190303"/>
            <a:ext cx="3145915" cy="451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488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0" y="1333500"/>
            <a:ext cx="7391400" cy="4343400"/>
          </a:xfrm>
          <a:prstGeom prst="rect">
            <a:avLst/>
          </a:prstGeom>
        </p:spPr>
      </p:pic>
      <p:sp>
        <p:nvSpPr>
          <p:cNvPr id="4" name="Freeform 4"/>
          <p:cNvSpPr/>
          <p:nvPr/>
        </p:nvSpPr>
        <p:spPr>
          <a:xfrm>
            <a:off x="5014858" y="1068286"/>
            <a:ext cx="8274029" cy="5310422"/>
          </a:xfrm>
          <a:custGeom>
            <a:avLst/>
            <a:gdLst/>
            <a:ahLst/>
            <a:cxnLst/>
            <a:rect l="l" t="t" r="r" b="b"/>
            <a:pathLst>
              <a:path w="8274029" h="5310422">
                <a:moveTo>
                  <a:pt x="0" y="0"/>
                </a:moveTo>
                <a:lnTo>
                  <a:pt x="8274029" y="0"/>
                </a:lnTo>
                <a:lnTo>
                  <a:pt x="8274029" y="5310422"/>
                </a:lnTo>
                <a:lnTo>
                  <a:pt x="0" y="531042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" name="Freeform 2"/>
          <p:cNvSpPr/>
          <p:nvPr/>
        </p:nvSpPr>
        <p:spPr>
          <a:xfrm>
            <a:off x="15746" y="9258300"/>
            <a:ext cx="18272254" cy="3289006"/>
          </a:xfrm>
          <a:custGeom>
            <a:avLst/>
            <a:gdLst/>
            <a:ahLst/>
            <a:cxnLst/>
            <a:rect l="l" t="t" r="r" b="b"/>
            <a:pathLst>
              <a:path w="18272254" h="3289006">
                <a:moveTo>
                  <a:pt x="0" y="0"/>
                </a:moveTo>
                <a:lnTo>
                  <a:pt x="18272254" y="0"/>
                </a:lnTo>
                <a:lnTo>
                  <a:pt x="18272254" y="3289006"/>
                </a:lnTo>
                <a:lnTo>
                  <a:pt x="0" y="328900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401800" y="4157764"/>
            <a:ext cx="6790012" cy="1654294"/>
          </a:xfrm>
          <a:custGeom>
            <a:avLst/>
            <a:gdLst/>
            <a:ahLst/>
            <a:cxnLst/>
            <a:rect l="l" t="t" r="r" b="b"/>
            <a:pathLst>
              <a:path w="6790012" h="1654294">
                <a:moveTo>
                  <a:pt x="0" y="0"/>
                </a:moveTo>
                <a:lnTo>
                  <a:pt x="6790012" y="0"/>
                </a:lnTo>
                <a:lnTo>
                  <a:pt x="6790012" y="1654294"/>
                </a:lnTo>
                <a:lnTo>
                  <a:pt x="0" y="165429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=""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3048000" y="2298793"/>
            <a:ext cx="6790012" cy="1654294"/>
          </a:xfrm>
          <a:custGeom>
            <a:avLst/>
            <a:gdLst/>
            <a:ahLst/>
            <a:cxnLst/>
            <a:rect l="l" t="t" r="r" b="b"/>
            <a:pathLst>
              <a:path w="6790012" h="1654294">
                <a:moveTo>
                  <a:pt x="0" y="0"/>
                </a:moveTo>
                <a:lnTo>
                  <a:pt x="6790012" y="0"/>
                </a:lnTo>
                <a:lnTo>
                  <a:pt x="6790012" y="1654294"/>
                </a:lnTo>
                <a:lnTo>
                  <a:pt x="0" y="165429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=""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701974" y="6720488"/>
            <a:ext cx="15557326" cy="2205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629"/>
              </a:lnSpc>
              <a:spcBef>
                <a:spcPct val="0"/>
              </a:spcBef>
            </a:pPr>
            <a:r>
              <a:rPr lang="hu-HU" sz="7191" dirty="0" smtClean="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Lehetséges fejlesztések</a:t>
            </a:r>
            <a:endParaRPr lang="en-US" sz="7191" u="none" strike="noStrike" dirty="0">
              <a:solidFill>
                <a:srgbClr val="000000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</p:spTree>
    <p:extLst>
      <p:ext uri="{BB962C8B-B14F-4D97-AF65-F5344CB8AC3E}">
        <p14:creationId xmlns:p14="http://schemas.microsoft.com/office/powerpoint/2010/main" val="3991733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746" y="9258300"/>
            <a:ext cx="18272254" cy="3289006"/>
          </a:xfrm>
          <a:custGeom>
            <a:avLst/>
            <a:gdLst/>
            <a:ahLst/>
            <a:cxnLst/>
            <a:rect l="l" t="t" r="r" b="b"/>
            <a:pathLst>
              <a:path w="18272254" h="3289006">
                <a:moveTo>
                  <a:pt x="0" y="0"/>
                </a:moveTo>
                <a:lnTo>
                  <a:pt x="18272254" y="0"/>
                </a:lnTo>
                <a:lnTo>
                  <a:pt x="18272254" y="3289006"/>
                </a:lnTo>
                <a:lnTo>
                  <a:pt x="0" y="32890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3335000" y="3760983"/>
            <a:ext cx="4223079" cy="1028896"/>
          </a:xfrm>
          <a:custGeom>
            <a:avLst/>
            <a:gdLst/>
            <a:ahLst/>
            <a:cxnLst/>
            <a:rect l="l" t="t" r="r" b="b"/>
            <a:pathLst>
              <a:path w="4223079" h="1028896">
                <a:moveTo>
                  <a:pt x="0" y="0"/>
                </a:moveTo>
                <a:lnTo>
                  <a:pt x="4223079" y="0"/>
                </a:lnTo>
                <a:lnTo>
                  <a:pt x="4223079" y="1028896"/>
                </a:lnTo>
                <a:lnTo>
                  <a:pt x="0" y="10288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909420" y="592701"/>
            <a:ext cx="12055126" cy="1102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629"/>
              </a:lnSpc>
              <a:spcBef>
                <a:spcPct val="0"/>
              </a:spcBef>
            </a:pPr>
            <a:r>
              <a:rPr lang="hu-HU" sz="7191" u="none" strike="noStrike" dirty="0" smtClean="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Animációk</a:t>
            </a:r>
            <a:endParaRPr lang="en-US" sz="7191" u="none" strike="noStrike" dirty="0">
              <a:solidFill>
                <a:srgbClr val="000000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11" name="Freeform 11"/>
          <p:cNvSpPr/>
          <p:nvPr/>
        </p:nvSpPr>
        <p:spPr>
          <a:xfrm>
            <a:off x="9530164" y="1320068"/>
            <a:ext cx="6868763" cy="1673480"/>
          </a:xfrm>
          <a:custGeom>
            <a:avLst/>
            <a:gdLst/>
            <a:ahLst/>
            <a:cxnLst/>
            <a:rect l="l" t="t" r="r" b="b"/>
            <a:pathLst>
              <a:path w="6868763" h="1673480">
                <a:moveTo>
                  <a:pt x="0" y="0"/>
                </a:moveTo>
                <a:lnTo>
                  <a:pt x="6868764" y="0"/>
                </a:lnTo>
                <a:lnTo>
                  <a:pt x="6868764" y="1673480"/>
                </a:lnTo>
                <a:lnTo>
                  <a:pt x="0" y="16734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9"/>
          <p:cNvSpPr txBox="1"/>
          <p:nvPr/>
        </p:nvSpPr>
        <p:spPr>
          <a:xfrm>
            <a:off x="1600200" y="3563368"/>
            <a:ext cx="13030200" cy="4873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840"/>
              </a:lnSpc>
              <a:spcBef>
                <a:spcPct val="0"/>
              </a:spcBef>
            </a:pPr>
            <a:r>
              <a:rPr lang="hu-HU" sz="3200" dirty="0" smtClean="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Teljes animációk</a:t>
            </a:r>
            <a:endParaRPr lang="en-US" sz="3200" dirty="0">
              <a:solidFill>
                <a:srgbClr val="000000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23" name="TextBox 10"/>
          <p:cNvSpPr txBox="1"/>
          <p:nvPr/>
        </p:nvSpPr>
        <p:spPr>
          <a:xfrm>
            <a:off x="1600200" y="5050948"/>
            <a:ext cx="13015332" cy="4873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840"/>
              </a:lnSpc>
              <a:spcBef>
                <a:spcPct val="0"/>
              </a:spcBef>
            </a:pPr>
            <a:r>
              <a:rPr lang="hu-HU" sz="3200" dirty="0" smtClean="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Animációk szinkronizálása</a:t>
            </a:r>
            <a:endParaRPr lang="en-US" sz="3200" dirty="0">
              <a:solidFill>
                <a:srgbClr val="000000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20" name="Freeform 6"/>
          <p:cNvSpPr/>
          <p:nvPr/>
        </p:nvSpPr>
        <p:spPr>
          <a:xfrm>
            <a:off x="304800" y="3452034"/>
            <a:ext cx="916639" cy="709979"/>
          </a:xfrm>
          <a:custGeom>
            <a:avLst/>
            <a:gdLst/>
            <a:ahLst/>
            <a:cxnLst/>
            <a:rect l="l" t="t" r="r" b="b"/>
            <a:pathLst>
              <a:path w="916639" h="709979">
                <a:moveTo>
                  <a:pt x="0" y="0"/>
                </a:moveTo>
                <a:lnTo>
                  <a:pt x="916639" y="0"/>
                </a:lnTo>
                <a:lnTo>
                  <a:pt x="916639" y="709979"/>
                </a:lnTo>
                <a:lnTo>
                  <a:pt x="0" y="70997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6"/>
          <p:cNvSpPr/>
          <p:nvPr/>
        </p:nvSpPr>
        <p:spPr>
          <a:xfrm>
            <a:off x="304800" y="4939614"/>
            <a:ext cx="916639" cy="709979"/>
          </a:xfrm>
          <a:custGeom>
            <a:avLst/>
            <a:gdLst/>
            <a:ahLst/>
            <a:cxnLst/>
            <a:rect l="l" t="t" r="r" b="b"/>
            <a:pathLst>
              <a:path w="916639" h="709979">
                <a:moveTo>
                  <a:pt x="0" y="0"/>
                </a:moveTo>
                <a:lnTo>
                  <a:pt x="916639" y="0"/>
                </a:lnTo>
                <a:lnTo>
                  <a:pt x="916639" y="709979"/>
                </a:lnTo>
                <a:lnTo>
                  <a:pt x="0" y="70997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pic>
        <p:nvPicPr>
          <p:cNvPr id="22" name="Kép 21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7145000" y="190500"/>
            <a:ext cx="838200" cy="1059080"/>
          </a:xfrm>
          <a:prstGeom prst="rect">
            <a:avLst/>
          </a:prstGeom>
        </p:spPr>
      </p:pic>
      <p:pic>
        <p:nvPicPr>
          <p:cNvPr id="3" name="Kép 2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3106400" y="5649593"/>
            <a:ext cx="3048000" cy="3933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801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3"/>
          <p:cNvSpPr/>
          <p:nvPr/>
        </p:nvSpPr>
        <p:spPr>
          <a:xfrm>
            <a:off x="14325600" y="199957"/>
            <a:ext cx="5086612" cy="2302848"/>
          </a:xfrm>
          <a:custGeom>
            <a:avLst/>
            <a:gdLst/>
            <a:ahLst/>
            <a:cxnLst/>
            <a:rect l="l" t="t" r="r" b="b"/>
            <a:pathLst>
              <a:path w="5086612" h="2302848">
                <a:moveTo>
                  <a:pt x="0" y="0"/>
                </a:moveTo>
                <a:lnTo>
                  <a:pt x="5086612" y="0"/>
                </a:lnTo>
                <a:lnTo>
                  <a:pt x="5086612" y="2302848"/>
                </a:lnTo>
                <a:lnTo>
                  <a:pt x="0" y="23028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9496044" y="2040595"/>
            <a:ext cx="6868763" cy="1673480"/>
          </a:xfrm>
          <a:custGeom>
            <a:avLst/>
            <a:gdLst/>
            <a:ahLst/>
            <a:cxnLst/>
            <a:rect l="l" t="t" r="r" b="b"/>
            <a:pathLst>
              <a:path w="6868763" h="1673480">
                <a:moveTo>
                  <a:pt x="0" y="0"/>
                </a:moveTo>
                <a:lnTo>
                  <a:pt x="6868764" y="0"/>
                </a:lnTo>
                <a:lnTo>
                  <a:pt x="6868764" y="1673480"/>
                </a:lnTo>
                <a:lnTo>
                  <a:pt x="0" y="16734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" name="Freeform 2"/>
          <p:cNvSpPr/>
          <p:nvPr/>
        </p:nvSpPr>
        <p:spPr>
          <a:xfrm>
            <a:off x="15746" y="9258300"/>
            <a:ext cx="18272254" cy="3289006"/>
          </a:xfrm>
          <a:custGeom>
            <a:avLst/>
            <a:gdLst/>
            <a:ahLst/>
            <a:cxnLst/>
            <a:rect l="l" t="t" r="r" b="b"/>
            <a:pathLst>
              <a:path w="18272254" h="3289006">
                <a:moveTo>
                  <a:pt x="0" y="0"/>
                </a:moveTo>
                <a:lnTo>
                  <a:pt x="18272254" y="0"/>
                </a:lnTo>
                <a:lnTo>
                  <a:pt x="18272254" y="3289006"/>
                </a:lnTo>
                <a:lnTo>
                  <a:pt x="0" y="32890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909419" y="592701"/>
            <a:ext cx="15489507" cy="11028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629"/>
              </a:lnSpc>
              <a:spcBef>
                <a:spcPct val="0"/>
              </a:spcBef>
            </a:pPr>
            <a:r>
              <a:rPr lang="hu-HU" sz="7191" u="none" strike="noStrike" dirty="0" smtClean="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Beállítások menü</a:t>
            </a:r>
            <a:endParaRPr lang="en-US" sz="7191" u="none" strike="noStrike" dirty="0">
              <a:solidFill>
                <a:srgbClr val="000000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17" name="TextBox 9"/>
          <p:cNvSpPr txBox="1"/>
          <p:nvPr/>
        </p:nvSpPr>
        <p:spPr>
          <a:xfrm>
            <a:off x="1600200" y="3563368"/>
            <a:ext cx="13030200" cy="4873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840"/>
              </a:lnSpc>
              <a:spcBef>
                <a:spcPct val="0"/>
              </a:spcBef>
            </a:pPr>
            <a:r>
              <a:rPr lang="hu-HU" sz="3200" dirty="0" smtClean="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Hangerő állítása</a:t>
            </a:r>
            <a:endParaRPr lang="en-US" sz="3200" dirty="0">
              <a:solidFill>
                <a:srgbClr val="000000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23" name="TextBox 10"/>
          <p:cNvSpPr txBox="1"/>
          <p:nvPr/>
        </p:nvSpPr>
        <p:spPr>
          <a:xfrm>
            <a:off x="1600200" y="5050948"/>
            <a:ext cx="12801600" cy="9746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840"/>
              </a:lnSpc>
              <a:spcBef>
                <a:spcPct val="0"/>
              </a:spcBef>
            </a:pPr>
            <a:r>
              <a:rPr lang="hu-HU" sz="3200" dirty="0" smtClean="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Felhasználói felület személyre szabhatósága</a:t>
            </a:r>
            <a:endParaRPr lang="en-US" sz="3200" dirty="0">
              <a:solidFill>
                <a:srgbClr val="000000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20" name="Freeform 6"/>
          <p:cNvSpPr/>
          <p:nvPr/>
        </p:nvSpPr>
        <p:spPr>
          <a:xfrm>
            <a:off x="304800" y="3452034"/>
            <a:ext cx="916639" cy="709979"/>
          </a:xfrm>
          <a:custGeom>
            <a:avLst/>
            <a:gdLst/>
            <a:ahLst/>
            <a:cxnLst/>
            <a:rect l="l" t="t" r="r" b="b"/>
            <a:pathLst>
              <a:path w="916639" h="709979">
                <a:moveTo>
                  <a:pt x="0" y="0"/>
                </a:moveTo>
                <a:lnTo>
                  <a:pt x="916639" y="0"/>
                </a:lnTo>
                <a:lnTo>
                  <a:pt x="916639" y="709979"/>
                </a:lnTo>
                <a:lnTo>
                  <a:pt x="0" y="70997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=""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6"/>
          <p:cNvSpPr/>
          <p:nvPr/>
        </p:nvSpPr>
        <p:spPr>
          <a:xfrm>
            <a:off x="304800" y="4939614"/>
            <a:ext cx="916639" cy="709979"/>
          </a:xfrm>
          <a:custGeom>
            <a:avLst/>
            <a:gdLst/>
            <a:ahLst/>
            <a:cxnLst/>
            <a:rect l="l" t="t" r="r" b="b"/>
            <a:pathLst>
              <a:path w="916639" h="709979">
                <a:moveTo>
                  <a:pt x="0" y="0"/>
                </a:moveTo>
                <a:lnTo>
                  <a:pt x="916639" y="0"/>
                </a:lnTo>
                <a:lnTo>
                  <a:pt x="916639" y="709979"/>
                </a:lnTo>
                <a:lnTo>
                  <a:pt x="0" y="70997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=""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0"/>
          <p:cNvSpPr txBox="1"/>
          <p:nvPr/>
        </p:nvSpPr>
        <p:spPr>
          <a:xfrm>
            <a:off x="1600200" y="6538528"/>
            <a:ext cx="12801600" cy="4873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840"/>
              </a:lnSpc>
              <a:spcBef>
                <a:spcPct val="0"/>
              </a:spcBef>
            </a:pPr>
            <a:r>
              <a:rPr lang="hu-HU" sz="3200" dirty="0" smtClean="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Egyéb beállítások</a:t>
            </a:r>
            <a:endParaRPr lang="en-US" sz="3200" dirty="0">
              <a:solidFill>
                <a:srgbClr val="000000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13" name="Freeform 6"/>
          <p:cNvSpPr/>
          <p:nvPr/>
        </p:nvSpPr>
        <p:spPr>
          <a:xfrm>
            <a:off x="304800" y="6427194"/>
            <a:ext cx="916639" cy="709979"/>
          </a:xfrm>
          <a:custGeom>
            <a:avLst/>
            <a:gdLst/>
            <a:ahLst/>
            <a:cxnLst/>
            <a:rect l="l" t="t" r="r" b="b"/>
            <a:pathLst>
              <a:path w="916639" h="709979">
                <a:moveTo>
                  <a:pt x="0" y="0"/>
                </a:moveTo>
                <a:lnTo>
                  <a:pt x="916639" y="0"/>
                </a:lnTo>
                <a:lnTo>
                  <a:pt x="916639" y="709979"/>
                </a:lnTo>
                <a:lnTo>
                  <a:pt x="0" y="70997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=""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pic>
        <p:nvPicPr>
          <p:cNvPr id="3" name="Kép 2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6916400" y="342067"/>
            <a:ext cx="1066800" cy="837875"/>
          </a:xfrm>
          <a:prstGeom prst="rect">
            <a:avLst/>
          </a:prstGeom>
        </p:spPr>
      </p:pic>
      <p:pic>
        <p:nvPicPr>
          <p:cNvPr id="4" name="Kép 3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3944600" y="5377497"/>
            <a:ext cx="3200400" cy="415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3152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3"/>
          <p:cNvSpPr/>
          <p:nvPr/>
        </p:nvSpPr>
        <p:spPr>
          <a:xfrm>
            <a:off x="12801600" y="1144134"/>
            <a:ext cx="5086612" cy="2302848"/>
          </a:xfrm>
          <a:custGeom>
            <a:avLst/>
            <a:gdLst/>
            <a:ahLst/>
            <a:cxnLst/>
            <a:rect l="l" t="t" r="r" b="b"/>
            <a:pathLst>
              <a:path w="5086612" h="2302848">
                <a:moveTo>
                  <a:pt x="0" y="0"/>
                </a:moveTo>
                <a:lnTo>
                  <a:pt x="5086612" y="0"/>
                </a:lnTo>
                <a:lnTo>
                  <a:pt x="5086612" y="2302848"/>
                </a:lnTo>
                <a:lnTo>
                  <a:pt x="0" y="23028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" name="Freeform 2"/>
          <p:cNvSpPr/>
          <p:nvPr/>
        </p:nvSpPr>
        <p:spPr>
          <a:xfrm>
            <a:off x="15746" y="9258300"/>
            <a:ext cx="18272254" cy="3289006"/>
          </a:xfrm>
          <a:custGeom>
            <a:avLst/>
            <a:gdLst/>
            <a:ahLst/>
            <a:cxnLst/>
            <a:rect l="l" t="t" r="r" b="b"/>
            <a:pathLst>
              <a:path w="18272254" h="3289006">
                <a:moveTo>
                  <a:pt x="0" y="0"/>
                </a:moveTo>
                <a:lnTo>
                  <a:pt x="18272254" y="0"/>
                </a:lnTo>
                <a:lnTo>
                  <a:pt x="18272254" y="3289006"/>
                </a:lnTo>
                <a:lnTo>
                  <a:pt x="0" y="32890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609600" y="586206"/>
            <a:ext cx="16540381" cy="11028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629"/>
              </a:lnSpc>
              <a:spcBef>
                <a:spcPct val="0"/>
              </a:spcBef>
            </a:pPr>
            <a:r>
              <a:rPr lang="hu-HU" sz="7191" u="none" strike="noStrike" dirty="0" smtClean="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Egyéb fejlesztések</a:t>
            </a:r>
            <a:endParaRPr lang="en-US" sz="7191" u="none" strike="noStrike" dirty="0">
              <a:solidFill>
                <a:srgbClr val="000000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17" name="TextBox 9"/>
          <p:cNvSpPr txBox="1"/>
          <p:nvPr/>
        </p:nvSpPr>
        <p:spPr>
          <a:xfrm>
            <a:off x="1600200" y="3563368"/>
            <a:ext cx="13030200" cy="4873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840"/>
              </a:lnSpc>
              <a:spcBef>
                <a:spcPct val="0"/>
              </a:spcBef>
            </a:pPr>
            <a:r>
              <a:rPr lang="hu-HU" sz="3200" dirty="0" smtClean="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Élő környezet</a:t>
            </a:r>
            <a:endParaRPr lang="en-US" sz="3200" dirty="0">
              <a:solidFill>
                <a:srgbClr val="000000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23" name="TextBox 10"/>
          <p:cNvSpPr txBox="1"/>
          <p:nvPr/>
        </p:nvSpPr>
        <p:spPr>
          <a:xfrm>
            <a:off x="1600200" y="5050948"/>
            <a:ext cx="12801600" cy="4873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840"/>
              </a:lnSpc>
              <a:spcBef>
                <a:spcPct val="0"/>
              </a:spcBef>
            </a:pPr>
            <a:r>
              <a:rPr lang="hu-HU" sz="3200" dirty="0" smtClean="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Interaktív harc</a:t>
            </a:r>
            <a:endParaRPr lang="en-US" sz="3200" dirty="0">
              <a:solidFill>
                <a:srgbClr val="000000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20" name="Freeform 6"/>
          <p:cNvSpPr/>
          <p:nvPr/>
        </p:nvSpPr>
        <p:spPr>
          <a:xfrm>
            <a:off x="304800" y="3452034"/>
            <a:ext cx="916639" cy="709979"/>
          </a:xfrm>
          <a:custGeom>
            <a:avLst/>
            <a:gdLst/>
            <a:ahLst/>
            <a:cxnLst/>
            <a:rect l="l" t="t" r="r" b="b"/>
            <a:pathLst>
              <a:path w="916639" h="709979">
                <a:moveTo>
                  <a:pt x="0" y="0"/>
                </a:moveTo>
                <a:lnTo>
                  <a:pt x="916639" y="0"/>
                </a:lnTo>
                <a:lnTo>
                  <a:pt x="916639" y="709979"/>
                </a:lnTo>
                <a:lnTo>
                  <a:pt x="0" y="70997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6"/>
          <p:cNvSpPr/>
          <p:nvPr/>
        </p:nvSpPr>
        <p:spPr>
          <a:xfrm>
            <a:off x="304800" y="4939614"/>
            <a:ext cx="916639" cy="709979"/>
          </a:xfrm>
          <a:custGeom>
            <a:avLst/>
            <a:gdLst/>
            <a:ahLst/>
            <a:cxnLst/>
            <a:rect l="l" t="t" r="r" b="b"/>
            <a:pathLst>
              <a:path w="916639" h="709979">
                <a:moveTo>
                  <a:pt x="0" y="0"/>
                </a:moveTo>
                <a:lnTo>
                  <a:pt x="916639" y="0"/>
                </a:lnTo>
                <a:lnTo>
                  <a:pt x="916639" y="709979"/>
                </a:lnTo>
                <a:lnTo>
                  <a:pt x="0" y="70997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0"/>
          <p:cNvSpPr txBox="1"/>
          <p:nvPr/>
        </p:nvSpPr>
        <p:spPr>
          <a:xfrm>
            <a:off x="1600200" y="6538528"/>
            <a:ext cx="12801600" cy="4873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840"/>
              </a:lnSpc>
              <a:spcBef>
                <a:spcPct val="0"/>
              </a:spcBef>
            </a:pPr>
            <a:r>
              <a:rPr lang="hu-HU" sz="3200" dirty="0" smtClean="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Co-op játék lehetősége</a:t>
            </a:r>
            <a:endParaRPr lang="en-US" sz="3200" dirty="0">
              <a:solidFill>
                <a:srgbClr val="000000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13" name="Freeform 6"/>
          <p:cNvSpPr/>
          <p:nvPr/>
        </p:nvSpPr>
        <p:spPr>
          <a:xfrm>
            <a:off x="304800" y="6427194"/>
            <a:ext cx="916639" cy="709979"/>
          </a:xfrm>
          <a:custGeom>
            <a:avLst/>
            <a:gdLst/>
            <a:ahLst/>
            <a:cxnLst/>
            <a:rect l="l" t="t" r="r" b="b"/>
            <a:pathLst>
              <a:path w="916639" h="709979">
                <a:moveTo>
                  <a:pt x="0" y="0"/>
                </a:moveTo>
                <a:lnTo>
                  <a:pt x="916639" y="0"/>
                </a:lnTo>
                <a:lnTo>
                  <a:pt x="916639" y="709979"/>
                </a:lnTo>
                <a:lnTo>
                  <a:pt x="0" y="70997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Csoportba foglalás 2"/>
          <p:cNvGrpSpPr>
            <a:grpSpLocks noChangeAspect="1"/>
          </p:cNvGrpSpPr>
          <p:nvPr/>
        </p:nvGrpSpPr>
        <p:grpSpPr>
          <a:xfrm>
            <a:off x="11721140" y="5538261"/>
            <a:ext cx="5361320" cy="2880000"/>
            <a:chOff x="7249156" y="3667082"/>
            <a:chExt cx="10173522" cy="5465033"/>
          </a:xfrm>
        </p:grpSpPr>
        <p:sp>
          <p:nvSpPr>
            <p:cNvPr id="15" name="Freeform 4"/>
            <p:cNvSpPr>
              <a:spLocks noChangeAspect="1"/>
            </p:cNvSpPr>
            <p:nvPr/>
          </p:nvSpPr>
          <p:spPr>
            <a:xfrm>
              <a:off x="7249156" y="3667082"/>
              <a:ext cx="10173522" cy="5465033"/>
            </a:xfrm>
            <a:custGeom>
              <a:avLst/>
              <a:gdLst/>
              <a:ahLst/>
              <a:cxnLst/>
              <a:rect l="l" t="t" r="r" b="b"/>
              <a:pathLst>
                <a:path w="10173522" h="5465033">
                  <a:moveTo>
                    <a:pt x="0" y="0"/>
                  </a:moveTo>
                  <a:lnTo>
                    <a:pt x="10173522" y="0"/>
                  </a:lnTo>
                  <a:lnTo>
                    <a:pt x="10173522" y="5465033"/>
                  </a:lnTo>
                  <a:lnTo>
                    <a:pt x="0" y="5465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=""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6" name="Freeform 5"/>
            <p:cNvSpPr>
              <a:spLocks noChangeAspect="1"/>
            </p:cNvSpPr>
            <p:nvPr/>
          </p:nvSpPr>
          <p:spPr>
            <a:xfrm>
              <a:off x="14891778" y="4043271"/>
              <a:ext cx="961101" cy="997369"/>
            </a:xfrm>
            <a:custGeom>
              <a:avLst/>
              <a:gdLst/>
              <a:ahLst/>
              <a:cxnLst/>
              <a:rect l="l" t="t" r="r" b="b"/>
              <a:pathLst>
                <a:path w="961101" h="997369">
                  <a:moveTo>
                    <a:pt x="0" y="0"/>
                  </a:moveTo>
                  <a:lnTo>
                    <a:pt x="961102" y="0"/>
                  </a:lnTo>
                  <a:lnTo>
                    <a:pt x="961102" y="997370"/>
                  </a:lnTo>
                  <a:lnTo>
                    <a:pt x="0" y="9973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="" xmlns:asvg="http://schemas.microsoft.com/office/drawing/2016/SVG/main" r:embed="rId1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8" name="Freeform 6"/>
            <p:cNvSpPr>
              <a:spLocks noChangeAspect="1"/>
            </p:cNvSpPr>
            <p:nvPr/>
          </p:nvSpPr>
          <p:spPr>
            <a:xfrm>
              <a:off x="9175308" y="4430100"/>
              <a:ext cx="961101" cy="997369"/>
            </a:xfrm>
            <a:custGeom>
              <a:avLst/>
              <a:gdLst/>
              <a:ahLst/>
              <a:cxnLst/>
              <a:rect l="l" t="t" r="r" b="b"/>
              <a:pathLst>
                <a:path w="961101" h="997369">
                  <a:moveTo>
                    <a:pt x="0" y="0"/>
                  </a:moveTo>
                  <a:lnTo>
                    <a:pt x="961102" y="0"/>
                  </a:lnTo>
                  <a:lnTo>
                    <a:pt x="961102" y="997369"/>
                  </a:lnTo>
                  <a:lnTo>
                    <a:pt x="0" y="9973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="" xmlns:asvg="http://schemas.microsoft.com/office/drawing/2016/SVG/main" r:embed="rId1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9" name="Freeform 7"/>
            <p:cNvSpPr>
              <a:spLocks noChangeAspect="1"/>
            </p:cNvSpPr>
            <p:nvPr/>
          </p:nvSpPr>
          <p:spPr>
            <a:xfrm>
              <a:off x="12555433" y="5611777"/>
              <a:ext cx="961101" cy="997369"/>
            </a:xfrm>
            <a:custGeom>
              <a:avLst/>
              <a:gdLst/>
              <a:ahLst/>
              <a:cxnLst/>
              <a:rect l="l" t="t" r="r" b="b"/>
              <a:pathLst>
                <a:path w="961101" h="997369">
                  <a:moveTo>
                    <a:pt x="0" y="0"/>
                  </a:moveTo>
                  <a:lnTo>
                    <a:pt x="961102" y="0"/>
                  </a:lnTo>
                  <a:lnTo>
                    <a:pt x="961102" y="997370"/>
                  </a:lnTo>
                  <a:lnTo>
                    <a:pt x="0" y="9973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="" xmlns:asvg="http://schemas.microsoft.com/office/drawing/2016/SVG/main" r:embed="rId12"/>
                  </a:ext>
                </a:extLst>
              </a:blip>
              <a:stretch>
                <a:fillRect/>
              </a:stretch>
            </a:blipFill>
          </p:spPr>
        </p:sp>
      </p:grpSp>
      <p:pic>
        <p:nvPicPr>
          <p:cNvPr id="22" name="Kép 21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6916400" y="342067"/>
            <a:ext cx="1066800" cy="83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620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/>
          <p:nvPr/>
        </p:nvSpPr>
        <p:spPr>
          <a:xfrm>
            <a:off x="11369039" y="854721"/>
            <a:ext cx="7709348" cy="1878278"/>
          </a:xfrm>
          <a:custGeom>
            <a:avLst/>
            <a:gdLst/>
            <a:ahLst/>
            <a:cxnLst/>
            <a:rect l="l" t="t" r="r" b="b"/>
            <a:pathLst>
              <a:path w="7709348" h="1878278">
                <a:moveTo>
                  <a:pt x="0" y="0"/>
                </a:moveTo>
                <a:lnTo>
                  <a:pt x="7709348" y="0"/>
                </a:lnTo>
                <a:lnTo>
                  <a:pt x="7709348" y="1878277"/>
                </a:lnTo>
                <a:lnTo>
                  <a:pt x="0" y="18782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" name="Freeform 2"/>
          <p:cNvSpPr/>
          <p:nvPr/>
        </p:nvSpPr>
        <p:spPr>
          <a:xfrm>
            <a:off x="15746" y="9258300"/>
            <a:ext cx="18272254" cy="3289006"/>
          </a:xfrm>
          <a:custGeom>
            <a:avLst/>
            <a:gdLst/>
            <a:ahLst/>
            <a:cxnLst/>
            <a:rect l="l" t="t" r="r" b="b"/>
            <a:pathLst>
              <a:path w="18272254" h="3289006">
                <a:moveTo>
                  <a:pt x="0" y="0"/>
                </a:moveTo>
                <a:lnTo>
                  <a:pt x="18272254" y="0"/>
                </a:lnTo>
                <a:lnTo>
                  <a:pt x="18272254" y="3289006"/>
                </a:lnTo>
                <a:lnTo>
                  <a:pt x="0" y="32890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1023377"/>
            <a:ext cx="15659100" cy="11028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629"/>
              </a:lnSpc>
              <a:spcBef>
                <a:spcPct val="0"/>
              </a:spcBef>
            </a:pPr>
            <a:r>
              <a:rPr lang="hu-HU" sz="7191" dirty="0" smtClean="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Hogyan dolgoztunk</a:t>
            </a:r>
            <a:endParaRPr lang="en-US" sz="7191" dirty="0">
              <a:solidFill>
                <a:srgbClr val="000000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762000" y="3467100"/>
            <a:ext cx="7315200" cy="1250234"/>
          </a:xfrm>
          <a:custGeom>
            <a:avLst/>
            <a:gdLst/>
            <a:ahLst/>
            <a:cxnLst/>
            <a:rect l="l" t="t" r="r" b="b"/>
            <a:pathLst>
              <a:path w="7315200" h="1250234">
                <a:moveTo>
                  <a:pt x="0" y="0"/>
                </a:moveTo>
                <a:lnTo>
                  <a:pt x="7315200" y="0"/>
                </a:lnTo>
                <a:lnTo>
                  <a:pt x="7315200" y="1250234"/>
                </a:lnTo>
                <a:lnTo>
                  <a:pt x="0" y="125023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=""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0"/>
          <p:cNvSpPr txBox="1"/>
          <p:nvPr/>
        </p:nvSpPr>
        <p:spPr>
          <a:xfrm>
            <a:off x="2971800" y="3848100"/>
            <a:ext cx="3733800" cy="4873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840"/>
              </a:lnSpc>
              <a:spcBef>
                <a:spcPct val="0"/>
              </a:spcBef>
            </a:pPr>
            <a:r>
              <a:rPr lang="hu-HU" sz="3200" dirty="0" smtClean="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Discord</a:t>
            </a:r>
            <a:endParaRPr lang="en-US" sz="3200" dirty="0">
              <a:solidFill>
                <a:srgbClr val="000000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13" name="Freeform 6"/>
          <p:cNvSpPr/>
          <p:nvPr/>
        </p:nvSpPr>
        <p:spPr>
          <a:xfrm>
            <a:off x="8991600" y="4468147"/>
            <a:ext cx="8991600" cy="1250234"/>
          </a:xfrm>
          <a:custGeom>
            <a:avLst/>
            <a:gdLst/>
            <a:ahLst/>
            <a:cxnLst/>
            <a:rect l="l" t="t" r="r" b="b"/>
            <a:pathLst>
              <a:path w="7315200" h="1250234">
                <a:moveTo>
                  <a:pt x="0" y="0"/>
                </a:moveTo>
                <a:lnTo>
                  <a:pt x="7315200" y="0"/>
                </a:lnTo>
                <a:lnTo>
                  <a:pt x="7315200" y="1250234"/>
                </a:lnTo>
                <a:lnTo>
                  <a:pt x="0" y="125023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=""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0"/>
          <p:cNvSpPr txBox="1"/>
          <p:nvPr/>
        </p:nvSpPr>
        <p:spPr>
          <a:xfrm>
            <a:off x="9677400" y="4844551"/>
            <a:ext cx="8068101" cy="4974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840"/>
              </a:lnSpc>
              <a:spcBef>
                <a:spcPct val="0"/>
              </a:spcBef>
            </a:pPr>
            <a:r>
              <a:rPr lang="hu-HU" sz="3200" dirty="0" smtClean="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Feladatok elosztása</a:t>
            </a:r>
            <a:endParaRPr lang="en-US" sz="3200" dirty="0">
              <a:solidFill>
                <a:srgbClr val="000000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15" name="Freeform 6"/>
          <p:cNvSpPr/>
          <p:nvPr/>
        </p:nvSpPr>
        <p:spPr>
          <a:xfrm>
            <a:off x="457200" y="6064562"/>
            <a:ext cx="8991600" cy="1250234"/>
          </a:xfrm>
          <a:custGeom>
            <a:avLst/>
            <a:gdLst/>
            <a:ahLst/>
            <a:cxnLst/>
            <a:rect l="l" t="t" r="r" b="b"/>
            <a:pathLst>
              <a:path w="7315200" h="1250234">
                <a:moveTo>
                  <a:pt x="0" y="0"/>
                </a:moveTo>
                <a:lnTo>
                  <a:pt x="7315200" y="0"/>
                </a:lnTo>
                <a:lnTo>
                  <a:pt x="7315200" y="1250234"/>
                </a:lnTo>
                <a:lnTo>
                  <a:pt x="0" y="125023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=""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0"/>
          <p:cNvSpPr txBox="1"/>
          <p:nvPr/>
        </p:nvSpPr>
        <p:spPr>
          <a:xfrm>
            <a:off x="1143000" y="6440966"/>
            <a:ext cx="8068101" cy="4974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840"/>
              </a:lnSpc>
              <a:spcBef>
                <a:spcPct val="0"/>
              </a:spcBef>
            </a:pPr>
            <a:r>
              <a:rPr lang="hu-HU" sz="3200" dirty="0" smtClean="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Egymásnak besegítés</a:t>
            </a:r>
            <a:endParaRPr lang="en-US" sz="3200" dirty="0">
              <a:solidFill>
                <a:srgbClr val="000000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17" name="Freeform 6"/>
          <p:cNvSpPr/>
          <p:nvPr/>
        </p:nvSpPr>
        <p:spPr>
          <a:xfrm>
            <a:off x="9196316" y="7605906"/>
            <a:ext cx="8991600" cy="1250234"/>
          </a:xfrm>
          <a:custGeom>
            <a:avLst/>
            <a:gdLst/>
            <a:ahLst/>
            <a:cxnLst/>
            <a:rect l="l" t="t" r="r" b="b"/>
            <a:pathLst>
              <a:path w="7315200" h="1250234">
                <a:moveTo>
                  <a:pt x="0" y="0"/>
                </a:moveTo>
                <a:lnTo>
                  <a:pt x="7315200" y="0"/>
                </a:lnTo>
                <a:lnTo>
                  <a:pt x="7315200" y="1250234"/>
                </a:lnTo>
                <a:lnTo>
                  <a:pt x="0" y="125023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=""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0"/>
          <p:cNvSpPr txBox="1"/>
          <p:nvPr/>
        </p:nvSpPr>
        <p:spPr>
          <a:xfrm>
            <a:off x="11244617" y="8050748"/>
            <a:ext cx="5571699" cy="4873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840"/>
              </a:lnSpc>
              <a:spcBef>
                <a:spcPct val="0"/>
              </a:spcBef>
            </a:pPr>
            <a:r>
              <a:rPr lang="hu-HU" sz="3200" dirty="0" smtClean="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Kódösszetétel</a:t>
            </a:r>
            <a:endParaRPr lang="en-US" sz="3200" dirty="0">
              <a:solidFill>
                <a:srgbClr val="000000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pic>
        <p:nvPicPr>
          <p:cNvPr id="19" name="Kép 18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6916400" y="342067"/>
            <a:ext cx="1066800" cy="8378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/>
          <p:nvPr/>
        </p:nvSpPr>
        <p:spPr>
          <a:xfrm>
            <a:off x="152400" y="5885248"/>
            <a:ext cx="11201400" cy="1250234"/>
          </a:xfrm>
          <a:custGeom>
            <a:avLst/>
            <a:gdLst/>
            <a:ahLst/>
            <a:cxnLst/>
            <a:rect l="l" t="t" r="r" b="b"/>
            <a:pathLst>
              <a:path w="7315200" h="1250234">
                <a:moveTo>
                  <a:pt x="0" y="0"/>
                </a:moveTo>
                <a:lnTo>
                  <a:pt x="7315200" y="0"/>
                </a:lnTo>
                <a:lnTo>
                  <a:pt x="7315200" y="1250234"/>
                </a:lnTo>
                <a:lnTo>
                  <a:pt x="0" y="12502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6"/>
          <p:cNvSpPr/>
          <p:nvPr/>
        </p:nvSpPr>
        <p:spPr>
          <a:xfrm>
            <a:off x="152400" y="3523497"/>
            <a:ext cx="11201400" cy="1250234"/>
          </a:xfrm>
          <a:custGeom>
            <a:avLst/>
            <a:gdLst/>
            <a:ahLst/>
            <a:cxnLst/>
            <a:rect l="l" t="t" r="r" b="b"/>
            <a:pathLst>
              <a:path w="7315200" h="1250234">
                <a:moveTo>
                  <a:pt x="0" y="0"/>
                </a:moveTo>
                <a:lnTo>
                  <a:pt x="7315200" y="0"/>
                </a:lnTo>
                <a:lnTo>
                  <a:pt x="7315200" y="1250234"/>
                </a:lnTo>
                <a:lnTo>
                  <a:pt x="0" y="12502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597072" y="3331319"/>
            <a:ext cx="5743090" cy="6086126"/>
          </a:xfrm>
          <a:custGeom>
            <a:avLst/>
            <a:gdLst/>
            <a:ahLst/>
            <a:cxnLst/>
            <a:rect l="l" t="t" r="r" b="b"/>
            <a:pathLst>
              <a:path w="5743090" h="6086126">
                <a:moveTo>
                  <a:pt x="0" y="0"/>
                </a:moveTo>
                <a:lnTo>
                  <a:pt x="5743089" y="0"/>
                </a:lnTo>
                <a:lnTo>
                  <a:pt x="5743089" y="6086126"/>
                </a:lnTo>
                <a:lnTo>
                  <a:pt x="0" y="608612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746" y="9258300"/>
            <a:ext cx="18272254" cy="3289006"/>
          </a:xfrm>
          <a:custGeom>
            <a:avLst/>
            <a:gdLst/>
            <a:ahLst/>
            <a:cxnLst/>
            <a:rect l="l" t="t" r="r" b="b"/>
            <a:pathLst>
              <a:path w="18272254" h="3289006">
                <a:moveTo>
                  <a:pt x="0" y="0"/>
                </a:moveTo>
                <a:lnTo>
                  <a:pt x="18272254" y="0"/>
                </a:lnTo>
                <a:lnTo>
                  <a:pt x="18272254" y="3289006"/>
                </a:lnTo>
                <a:lnTo>
                  <a:pt x="0" y="328900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624875" y="922930"/>
            <a:ext cx="10972197" cy="11028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629"/>
              </a:lnSpc>
              <a:spcBef>
                <a:spcPct val="0"/>
              </a:spcBef>
            </a:pPr>
            <a:r>
              <a:rPr lang="hu-HU" sz="7191" dirty="0" smtClean="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Fejlesztendő</a:t>
            </a:r>
            <a:endParaRPr lang="en-US" sz="7191" dirty="0">
              <a:solidFill>
                <a:srgbClr val="000000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11734800" y="702042"/>
            <a:ext cx="6420934" cy="1564373"/>
          </a:xfrm>
          <a:custGeom>
            <a:avLst/>
            <a:gdLst/>
            <a:ahLst/>
            <a:cxnLst/>
            <a:rect l="l" t="t" r="r" b="b"/>
            <a:pathLst>
              <a:path w="6420934" h="1564373">
                <a:moveTo>
                  <a:pt x="0" y="0"/>
                </a:moveTo>
                <a:lnTo>
                  <a:pt x="6420933" y="0"/>
                </a:lnTo>
                <a:lnTo>
                  <a:pt x="6420933" y="1564373"/>
                </a:lnTo>
                <a:lnTo>
                  <a:pt x="0" y="156437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=""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066800" y="3965871"/>
            <a:ext cx="13030200" cy="3654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840"/>
              </a:lnSpc>
              <a:spcBef>
                <a:spcPct val="0"/>
              </a:spcBef>
            </a:pPr>
            <a:r>
              <a:rPr lang="hu-HU" sz="2800" dirty="0" smtClean="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Időpontok összeegyeztetése</a:t>
            </a:r>
            <a:endParaRPr lang="en-US" sz="2800" dirty="0">
              <a:solidFill>
                <a:srgbClr val="000000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382917" y="6327622"/>
            <a:ext cx="13030200" cy="3654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840"/>
              </a:lnSpc>
              <a:spcBef>
                <a:spcPct val="0"/>
              </a:spcBef>
            </a:pPr>
            <a:r>
              <a:rPr lang="hu-HU" sz="2800" dirty="0" smtClean="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Ugyanaz a kód módosítása</a:t>
            </a:r>
            <a:endParaRPr lang="en-US" sz="2800" dirty="0">
              <a:solidFill>
                <a:srgbClr val="000000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pic>
        <p:nvPicPr>
          <p:cNvPr id="13" name="Kép 12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7145000" y="190500"/>
            <a:ext cx="838200" cy="10590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9"/>
          <p:cNvSpPr/>
          <p:nvPr/>
        </p:nvSpPr>
        <p:spPr>
          <a:xfrm>
            <a:off x="11309577" y="771046"/>
            <a:ext cx="6790012" cy="1654294"/>
          </a:xfrm>
          <a:custGeom>
            <a:avLst/>
            <a:gdLst/>
            <a:ahLst/>
            <a:cxnLst/>
            <a:rect l="l" t="t" r="r" b="b"/>
            <a:pathLst>
              <a:path w="6790012" h="1654294">
                <a:moveTo>
                  <a:pt x="0" y="0"/>
                </a:moveTo>
                <a:lnTo>
                  <a:pt x="6790012" y="0"/>
                </a:lnTo>
                <a:lnTo>
                  <a:pt x="6790012" y="1654294"/>
                </a:lnTo>
                <a:lnTo>
                  <a:pt x="0" y="16542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2" name="Freeform 2"/>
          <p:cNvSpPr/>
          <p:nvPr/>
        </p:nvSpPr>
        <p:spPr>
          <a:xfrm>
            <a:off x="15746" y="9258300"/>
            <a:ext cx="18272254" cy="3289006"/>
          </a:xfrm>
          <a:custGeom>
            <a:avLst/>
            <a:gdLst/>
            <a:ahLst/>
            <a:cxnLst/>
            <a:rect l="l" t="t" r="r" b="b"/>
            <a:pathLst>
              <a:path w="18272254" h="3289006">
                <a:moveTo>
                  <a:pt x="0" y="0"/>
                </a:moveTo>
                <a:lnTo>
                  <a:pt x="18272254" y="0"/>
                </a:lnTo>
                <a:lnTo>
                  <a:pt x="18272254" y="3289006"/>
                </a:lnTo>
                <a:lnTo>
                  <a:pt x="0" y="328900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028700" y="3010137"/>
            <a:ext cx="2643340" cy="3267049"/>
          </a:xfrm>
          <a:custGeom>
            <a:avLst/>
            <a:gdLst/>
            <a:ahLst/>
            <a:cxnLst/>
            <a:rect l="l" t="t" r="r" b="b"/>
            <a:pathLst>
              <a:path w="2643340" h="3267049">
                <a:moveTo>
                  <a:pt x="0" y="0"/>
                </a:moveTo>
                <a:lnTo>
                  <a:pt x="2643340" y="0"/>
                </a:lnTo>
                <a:lnTo>
                  <a:pt x="2643340" y="3267049"/>
                </a:lnTo>
                <a:lnTo>
                  <a:pt x="0" y="3267049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5941459" y="3010137"/>
            <a:ext cx="2643340" cy="3267049"/>
          </a:xfrm>
          <a:custGeom>
            <a:avLst/>
            <a:gdLst/>
            <a:ahLst/>
            <a:cxnLst/>
            <a:rect l="l" t="t" r="r" b="b"/>
            <a:pathLst>
              <a:path w="2643340" h="3267049">
                <a:moveTo>
                  <a:pt x="0" y="0"/>
                </a:moveTo>
                <a:lnTo>
                  <a:pt x="2643340" y="0"/>
                </a:lnTo>
                <a:lnTo>
                  <a:pt x="2643340" y="3267049"/>
                </a:lnTo>
                <a:lnTo>
                  <a:pt x="0" y="3267049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0966002" y="3010137"/>
            <a:ext cx="2643340" cy="3267049"/>
          </a:xfrm>
          <a:custGeom>
            <a:avLst/>
            <a:gdLst/>
            <a:ahLst/>
            <a:cxnLst/>
            <a:rect l="l" t="t" r="r" b="b"/>
            <a:pathLst>
              <a:path w="2643340" h="3267049">
                <a:moveTo>
                  <a:pt x="0" y="0"/>
                </a:moveTo>
                <a:lnTo>
                  <a:pt x="2643340" y="0"/>
                </a:lnTo>
                <a:lnTo>
                  <a:pt x="2643340" y="3267049"/>
                </a:lnTo>
                <a:lnTo>
                  <a:pt x="0" y="3267049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028700" y="876472"/>
            <a:ext cx="15112198" cy="1096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629"/>
              </a:lnSpc>
              <a:spcBef>
                <a:spcPct val="0"/>
              </a:spcBef>
            </a:pPr>
            <a:r>
              <a:rPr lang="hu-HU" sz="7191" dirty="0" smtClean="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Csapat felosztás</a:t>
            </a:r>
            <a:endParaRPr lang="en-US" sz="7191" dirty="0">
              <a:solidFill>
                <a:srgbClr val="000000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10" name="Freeform 10"/>
          <p:cNvSpPr/>
          <p:nvPr/>
        </p:nvSpPr>
        <p:spPr>
          <a:xfrm>
            <a:off x="15024043" y="4132177"/>
            <a:ext cx="5656253" cy="1378069"/>
          </a:xfrm>
          <a:custGeom>
            <a:avLst/>
            <a:gdLst/>
            <a:ahLst/>
            <a:cxnLst/>
            <a:rect l="l" t="t" r="r" b="b"/>
            <a:pathLst>
              <a:path w="5656253" h="1378069">
                <a:moveTo>
                  <a:pt x="0" y="0"/>
                </a:moveTo>
                <a:lnTo>
                  <a:pt x="5656253" y="0"/>
                </a:lnTo>
                <a:lnTo>
                  <a:pt x="5656253" y="1378069"/>
                </a:lnTo>
                <a:lnTo>
                  <a:pt x="0" y="13780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143000" y="6665517"/>
            <a:ext cx="3680072" cy="4712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851"/>
              </a:lnSpc>
              <a:spcBef>
                <a:spcPct val="0"/>
              </a:spcBef>
            </a:pPr>
            <a:r>
              <a:rPr lang="hu-HU" sz="4042" dirty="0" smtClean="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Márkó</a:t>
            </a:r>
            <a:endParaRPr lang="en-US" sz="4042" dirty="0">
              <a:solidFill>
                <a:srgbClr val="000000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6248400" y="6709717"/>
            <a:ext cx="3680072" cy="4712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851"/>
              </a:lnSpc>
              <a:spcBef>
                <a:spcPct val="0"/>
              </a:spcBef>
            </a:pPr>
            <a:r>
              <a:rPr lang="hu-HU" sz="4042" dirty="0" smtClean="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Laci</a:t>
            </a:r>
            <a:endParaRPr lang="en-US" sz="4042" dirty="0">
              <a:solidFill>
                <a:srgbClr val="000000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0948971" y="6745251"/>
            <a:ext cx="3680072" cy="4712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851"/>
              </a:lnSpc>
              <a:spcBef>
                <a:spcPct val="0"/>
              </a:spcBef>
            </a:pPr>
            <a:r>
              <a:rPr lang="hu-HU" sz="4042" dirty="0" smtClean="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Olivér</a:t>
            </a:r>
            <a:endParaRPr lang="en-US" sz="4042" dirty="0">
              <a:solidFill>
                <a:srgbClr val="000000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23" name="TextBox 9"/>
          <p:cNvSpPr txBox="1"/>
          <p:nvPr/>
        </p:nvSpPr>
        <p:spPr>
          <a:xfrm>
            <a:off x="1295400" y="7512052"/>
            <a:ext cx="2514600" cy="4873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840"/>
              </a:lnSpc>
              <a:spcBef>
                <a:spcPct val="0"/>
              </a:spcBef>
            </a:pPr>
            <a:r>
              <a:rPr lang="hu-HU" sz="2400" dirty="0" smtClean="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Backend</a:t>
            </a:r>
            <a:endParaRPr lang="en-US" sz="2400" dirty="0">
              <a:solidFill>
                <a:srgbClr val="000000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24" name="TextBox 9"/>
          <p:cNvSpPr txBox="1"/>
          <p:nvPr/>
        </p:nvSpPr>
        <p:spPr>
          <a:xfrm>
            <a:off x="1295400" y="8141519"/>
            <a:ext cx="2514600" cy="3654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840"/>
              </a:lnSpc>
              <a:spcBef>
                <a:spcPct val="0"/>
              </a:spcBef>
            </a:pPr>
            <a:r>
              <a:rPr lang="hu-HU" sz="2400" dirty="0" smtClean="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Zene</a:t>
            </a:r>
            <a:endParaRPr lang="en-US" sz="2400" dirty="0">
              <a:solidFill>
                <a:srgbClr val="000000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25" name="Freeform 6"/>
          <p:cNvSpPr/>
          <p:nvPr/>
        </p:nvSpPr>
        <p:spPr>
          <a:xfrm>
            <a:off x="722231" y="7552047"/>
            <a:ext cx="420769" cy="336049"/>
          </a:xfrm>
          <a:custGeom>
            <a:avLst/>
            <a:gdLst/>
            <a:ahLst/>
            <a:cxnLst/>
            <a:rect l="l" t="t" r="r" b="b"/>
            <a:pathLst>
              <a:path w="916639" h="709979">
                <a:moveTo>
                  <a:pt x="0" y="0"/>
                </a:moveTo>
                <a:lnTo>
                  <a:pt x="916639" y="0"/>
                </a:lnTo>
                <a:lnTo>
                  <a:pt x="916639" y="709979"/>
                </a:lnTo>
                <a:lnTo>
                  <a:pt x="0" y="70997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6"/>
          <p:cNvSpPr/>
          <p:nvPr/>
        </p:nvSpPr>
        <p:spPr>
          <a:xfrm>
            <a:off x="722231" y="8170955"/>
            <a:ext cx="420769" cy="336049"/>
          </a:xfrm>
          <a:custGeom>
            <a:avLst/>
            <a:gdLst/>
            <a:ahLst/>
            <a:cxnLst/>
            <a:rect l="l" t="t" r="r" b="b"/>
            <a:pathLst>
              <a:path w="916639" h="709979">
                <a:moveTo>
                  <a:pt x="0" y="0"/>
                </a:moveTo>
                <a:lnTo>
                  <a:pt x="916639" y="0"/>
                </a:lnTo>
                <a:lnTo>
                  <a:pt x="916639" y="709979"/>
                </a:lnTo>
                <a:lnTo>
                  <a:pt x="0" y="70997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7" name="TextBox 9"/>
          <p:cNvSpPr txBox="1"/>
          <p:nvPr/>
        </p:nvSpPr>
        <p:spPr>
          <a:xfrm>
            <a:off x="6324600" y="7552047"/>
            <a:ext cx="2514600" cy="3654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840"/>
              </a:lnSpc>
              <a:spcBef>
                <a:spcPct val="0"/>
              </a:spcBef>
            </a:pPr>
            <a:r>
              <a:rPr lang="hu-HU" sz="2400" dirty="0" smtClean="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Frontend</a:t>
            </a:r>
            <a:endParaRPr lang="en-US" sz="2400" dirty="0">
              <a:solidFill>
                <a:srgbClr val="000000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28" name="Freeform 6"/>
          <p:cNvSpPr/>
          <p:nvPr/>
        </p:nvSpPr>
        <p:spPr>
          <a:xfrm>
            <a:off x="5751431" y="7592042"/>
            <a:ext cx="420769" cy="336049"/>
          </a:xfrm>
          <a:custGeom>
            <a:avLst/>
            <a:gdLst/>
            <a:ahLst/>
            <a:cxnLst/>
            <a:rect l="l" t="t" r="r" b="b"/>
            <a:pathLst>
              <a:path w="916639" h="709979">
                <a:moveTo>
                  <a:pt x="0" y="0"/>
                </a:moveTo>
                <a:lnTo>
                  <a:pt x="916639" y="0"/>
                </a:lnTo>
                <a:lnTo>
                  <a:pt x="916639" y="709979"/>
                </a:lnTo>
                <a:lnTo>
                  <a:pt x="0" y="70997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9" name="TextBox 9"/>
          <p:cNvSpPr txBox="1"/>
          <p:nvPr/>
        </p:nvSpPr>
        <p:spPr>
          <a:xfrm>
            <a:off x="11353800" y="7501856"/>
            <a:ext cx="4953000" cy="4873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840"/>
              </a:lnSpc>
              <a:spcBef>
                <a:spcPct val="0"/>
              </a:spcBef>
            </a:pPr>
            <a:r>
              <a:rPr lang="hu-HU" sz="2400" dirty="0" smtClean="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Karakterkészítés</a:t>
            </a:r>
            <a:endParaRPr lang="en-US" sz="2400" dirty="0">
              <a:solidFill>
                <a:srgbClr val="000000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30" name="Freeform 6"/>
          <p:cNvSpPr/>
          <p:nvPr/>
        </p:nvSpPr>
        <p:spPr>
          <a:xfrm>
            <a:off x="10780631" y="7541851"/>
            <a:ext cx="420769" cy="336049"/>
          </a:xfrm>
          <a:custGeom>
            <a:avLst/>
            <a:gdLst/>
            <a:ahLst/>
            <a:cxnLst/>
            <a:rect l="l" t="t" r="r" b="b"/>
            <a:pathLst>
              <a:path w="916639" h="709979">
                <a:moveTo>
                  <a:pt x="0" y="0"/>
                </a:moveTo>
                <a:lnTo>
                  <a:pt x="916639" y="0"/>
                </a:lnTo>
                <a:lnTo>
                  <a:pt x="916639" y="709979"/>
                </a:lnTo>
                <a:lnTo>
                  <a:pt x="0" y="70997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pic>
        <p:nvPicPr>
          <p:cNvPr id="31" name="Kép 30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6538" y="3546710"/>
            <a:ext cx="1547664" cy="1950871"/>
          </a:xfrm>
          <a:prstGeom prst="rect">
            <a:avLst/>
          </a:prstGeom>
        </p:spPr>
      </p:pic>
      <p:pic>
        <p:nvPicPr>
          <p:cNvPr id="32" name="Kép 31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313" y="3871394"/>
            <a:ext cx="1725632" cy="1301501"/>
          </a:xfrm>
          <a:prstGeom prst="rect">
            <a:avLst/>
          </a:prstGeom>
        </p:spPr>
      </p:pic>
      <p:sp>
        <p:nvSpPr>
          <p:cNvPr id="33" name="TextBox 9"/>
          <p:cNvSpPr txBox="1"/>
          <p:nvPr/>
        </p:nvSpPr>
        <p:spPr>
          <a:xfrm>
            <a:off x="6324600" y="8168171"/>
            <a:ext cx="2514600" cy="3654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840"/>
              </a:lnSpc>
              <a:spcBef>
                <a:spcPct val="0"/>
              </a:spcBef>
            </a:pPr>
            <a:r>
              <a:rPr lang="hu-HU" sz="2400" dirty="0" smtClean="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Dizájn</a:t>
            </a:r>
            <a:endParaRPr lang="en-US" sz="2400" dirty="0">
              <a:solidFill>
                <a:srgbClr val="000000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34" name="Freeform 6"/>
          <p:cNvSpPr/>
          <p:nvPr/>
        </p:nvSpPr>
        <p:spPr>
          <a:xfrm>
            <a:off x="5751431" y="8208166"/>
            <a:ext cx="420769" cy="336049"/>
          </a:xfrm>
          <a:custGeom>
            <a:avLst/>
            <a:gdLst/>
            <a:ahLst/>
            <a:cxnLst/>
            <a:rect l="l" t="t" r="r" b="b"/>
            <a:pathLst>
              <a:path w="916639" h="709979">
                <a:moveTo>
                  <a:pt x="0" y="0"/>
                </a:moveTo>
                <a:lnTo>
                  <a:pt x="916639" y="0"/>
                </a:lnTo>
                <a:lnTo>
                  <a:pt x="916639" y="709979"/>
                </a:lnTo>
                <a:lnTo>
                  <a:pt x="0" y="70997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35" name="TextBox 9"/>
          <p:cNvSpPr txBox="1"/>
          <p:nvPr/>
        </p:nvSpPr>
        <p:spPr>
          <a:xfrm>
            <a:off x="11359326" y="8157666"/>
            <a:ext cx="2890073" cy="4873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840"/>
              </a:lnSpc>
              <a:spcBef>
                <a:spcPct val="0"/>
              </a:spcBef>
            </a:pPr>
            <a:r>
              <a:rPr lang="hu-HU" sz="2400" dirty="0" smtClean="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Animációk</a:t>
            </a:r>
            <a:endParaRPr lang="en-US" sz="2400" dirty="0">
              <a:solidFill>
                <a:srgbClr val="000000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36" name="Freeform 6"/>
          <p:cNvSpPr/>
          <p:nvPr/>
        </p:nvSpPr>
        <p:spPr>
          <a:xfrm>
            <a:off x="10786158" y="8197661"/>
            <a:ext cx="420769" cy="336049"/>
          </a:xfrm>
          <a:custGeom>
            <a:avLst/>
            <a:gdLst/>
            <a:ahLst/>
            <a:cxnLst/>
            <a:rect l="l" t="t" r="r" b="b"/>
            <a:pathLst>
              <a:path w="916639" h="709979">
                <a:moveTo>
                  <a:pt x="0" y="0"/>
                </a:moveTo>
                <a:lnTo>
                  <a:pt x="916639" y="0"/>
                </a:lnTo>
                <a:lnTo>
                  <a:pt x="916639" y="709979"/>
                </a:lnTo>
                <a:lnTo>
                  <a:pt x="0" y="70997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pic>
        <p:nvPicPr>
          <p:cNvPr id="37" name="Kép 36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58600" y="3665656"/>
            <a:ext cx="1361562" cy="17623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>
          <a:xfrm>
            <a:off x="1036134" y="4371193"/>
            <a:ext cx="916639" cy="709979"/>
          </a:xfrm>
          <a:custGeom>
            <a:avLst/>
            <a:gdLst/>
            <a:ahLst/>
            <a:cxnLst/>
            <a:rect l="l" t="t" r="r" b="b"/>
            <a:pathLst>
              <a:path w="916639" h="709979">
                <a:moveTo>
                  <a:pt x="0" y="0"/>
                </a:moveTo>
                <a:lnTo>
                  <a:pt x="916639" y="0"/>
                </a:lnTo>
                <a:lnTo>
                  <a:pt x="916639" y="709979"/>
                </a:lnTo>
                <a:lnTo>
                  <a:pt x="0" y="7099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036134" y="5450091"/>
            <a:ext cx="916639" cy="709979"/>
          </a:xfrm>
          <a:custGeom>
            <a:avLst/>
            <a:gdLst/>
            <a:ahLst/>
            <a:cxnLst/>
            <a:rect l="l" t="t" r="r" b="b"/>
            <a:pathLst>
              <a:path w="916639" h="709979">
                <a:moveTo>
                  <a:pt x="0" y="0"/>
                </a:moveTo>
                <a:lnTo>
                  <a:pt x="916639" y="0"/>
                </a:lnTo>
                <a:lnTo>
                  <a:pt x="916639" y="709979"/>
                </a:lnTo>
                <a:lnTo>
                  <a:pt x="0" y="7099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254515" y="5530834"/>
            <a:ext cx="8565885" cy="4873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840"/>
              </a:lnSpc>
              <a:spcBef>
                <a:spcPct val="0"/>
              </a:spcBef>
            </a:pPr>
            <a:r>
              <a:rPr lang="hu-HU" sz="3200" dirty="0" smtClean="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Betöltés a legelején</a:t>
            </a:r>
            <a:endParaRPr lang="en-US" sz="3200" dirty="0">
              <a:solidFill>
                <a:srgbClr val="000000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2260314" y="4467964"/>
            <a:ext cx="11296077" cy="487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40"/>
              </a:lnSpc>
              <a:spcBef>
                <a:spcPct val="0"/>
              </a:spcBef>
            </a:pPr>
            <a:r>
              <a:rPr lang="hu-HU" sz="3200" dirty="0" smtClean="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Változók átadása</a:t>
            </a:r>
            <a:endParaRPr lang="en-US" sz="3200" dirty="0">
              <a:solidFill>
                <a:srgbClr val="000000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2260314" y="6593705"/>
            <a:ext cx="14656086" cy="4873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840"/>
              </a:lnSpc>
              <a:spcBef>
                <a:spcPct val="0"/>
              </a:spcBef>
            </a:pPr>
            <a:r>
              <a:rPr lang="hu-HU" sz="3200" dirty="0" smtClean="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Karakterek betöltése (Timeout)</a:t>
            </a:r>
            <a:endParaRPr lang="en-US" sz="3200" dirty="0">
              <a:solidFill>
                <a:srgbClr val="000000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914400" y="1172276"/>
            <a:ext cx="16878300" cy="8271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629"/>
              </a:lnSpc>
              <a:spcBef>
                <a:spcPct val="0"/>
              </a:spcBef>
            </a:pPr>
            <a:r>
              <a:rPr lang="hu-HU" sz="6600" u="none" strike="noStrike" dirty="0" smtClean="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PyWebView nehézségei</a:t>
            </a:r>
            <a:endParaRPr lang="en-US" sz="6600" u="none" strike="noStrike" dirty="0">
              <a:solidFill>
                <a:srgbClr val="000000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12" name="Freeform 12"/>
          <p:cNvSpPr/>
          <p:nvPr/>
        </p:nvSpPr>
        <p:spPr>
          <a:xfrm>
            <a:off x="1036134" y="6528990"/>
            <a:ext cx="916639" cy="709979"/>
          </a:xfrm>
          <a:custGeom>
            <a:avLst/>
            <a:gdLst/>
            <a:ahLst/>
            <a:cxnLst/>
            <a:rect l="l" t="t" r="r" b="b"/>
            <a:pathLst>
              <a:path w="916639" h="709979">
                <a:moveTo>
                  <a:pt x="0" y="0"/>
                </a:moveTo>
                <a:lnTo>
                  <a:pt x="916639" y="0"/>
                </a:lnTo>
                <a:lnTo>
                  <a:pt x="916639" y="709978"/>
                </a:lnTo>
                <a:lnTo>
                  <a:pt x="0" y="7099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0820400" y="2419145"/>
            <a:ext cx="6790012" cy="1654294"/>
          </a:xfrm>
          <a:custGeom>
            <a:avLst/>
            <a:gdLst/>
            <a:ahLst/>
            <a:cxnLst/>
            <a:rect l="l" t="t" r="r" b="b"/>
            <a:pathLst>
              <a:path w="6790012" h="1654294">
                <a:moveTo>
                  <a:pt x="0" y="0"/>
                </a:moveTo>
                <a:lnTo>
                  <a:pt x="6790012" y="0"/>
                </a:lnTo>
                <a:lnTo>
                  <a:pt x="6790012" y="1654294"/>
                </a:lnTo>
                <a:lnTo>
                  <a:pt x="0" y="165429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5746" y="9258300"/>
            <a:ext cx="18272254" cy="3289006"/>
          </a:xfrm>
          <a:custGeom>
            <a:avLst/>
            <a:gdLst/>
            <a:ahLst/>
            <a:cxnLst/>
            <a:rect l="l" t="t" r="r" b="b"/>
            <a:pathLst>
              <a:path w="18272254" h="3289006">
                <a:moveTo>
                  <a:pt x="0" y="0"/>
                </a:moveTo>
                <a:lnTo>
                  <a:pt x="18272254" y="0"/>
                </a:lnTo>
                <a:lnTo>
                  <a:pt x="18272254" y="3289006"/>
                </a:lnTo>
                <a:lnTo>
                  <a:pt x="0" y="328900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=""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0"/>
          <p:cNvSpPr txBox="1"/>
          <p:nvPr/>
        </p:nvSpPr>
        <p:spPr>
          <a:xfrm>
            <a:off x="2254515" y="3246292"/>
            <a:ext cx="11296077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40"/>
              </a:lnSpc>
              <a:spcBef>
                <a:spcPct val="0"/>
              </a:spcBef>
            </a:pPr>
            <a:r>
              <a:rPr lang="hu-HU" sz="3200" dirty="0" smtClean="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Globális változó (JS)</a:t>
            </a:r>
            <a:endParaRPr lang="en-US" sz="3200" dirty="0">
              <a:solidFill>
                <a:srgbClr val="000000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14" name="Freeform 12"/>
          <p:cNvSpPr/>
          <p:nvPr/>
        </p:nvSpPr>
        <p:spPr>
          <a:xfrm>
            <a:off x="1030335" y="3181577"/>
            <a:ext cx="916639" cy="709979"/>
          </a:xfrm>
          <a:custGeom>
            <a:avLst/>
            <a:gdLst/>
            <a:ahLst/>
            <a:cxnLst/>
            <a:rect l="l" t="t" r="r" b="b"/>
            <a:pathLst>
              <a:path w="916639" h="709979">
                <a:moveTo>
                  <a:pt x="0" y="0"/>
                </a:moveTo>
                <a:lnTo>
                  <a:pt x="916639" y="0"/>
                </a:lnTo>
                <a:lnTo>
                  <a:pt x="916639" y="709978"/>
                </a:lnTo>
                <a:lnTo>
                  <a:pt x="0" y="7099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pic>
        <p:nvPicPr>
          <p:cNvPr id="15" name="Kép 14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7221200" y="114300"/>
            <a:ext cx="891017" cy="1053163"/>
          </a:xfrm>
          <a:prstGeom prst="rect">
            <a:avLst/>
          </a:prstGeom>
        </p:spPr>
      </p:pic>
      <p:pic>
        <p:nvPicPr>
          <p:cNvPr id="3" name="Kép 2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4401800" y="5227807"/>
            <a:ext cx="2932171" cy="427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3608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>
          <a:xfrm>
            <a:off x="1036134" y="4371193"/>
            <a:ext cx="916639" cy="709979"/>
          </a:xfrm>
          <a:custGeom>
            <a:avLst/>
            <a:gdLst/>
            <a:ahLst/>
            <a:cxnLst/>
            <a:rect l="l" t="t" r="r" b="b"/>
            <a:pathLst>
              <a:path w="916639" h="709979">
                <a:moveTo>
                  <a:pt x="0" y="0"/>
                </a:moveTo>
                <a:lnTo>
                  <a:pt x="916639" y="0"/>
                </a:lnTo>
                <a:lnTo>
                  <a:pt x="916639" y="709979"/>
                </a:lnTo>
                <a:lnTo>
                  <a:pt x="0" y="7099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036134" y="5450091"/>
            <a:ext cx="916639" cy="709979"/>
          </a:xfrm>
          <a:custGeom>
            <a:avLst/>
            <a:gdLst/>
            <a:ahLst/>
            <a:cxnLst/>
            <a:rect l="l" t="t" r="r" b="b"/>
            <a:pathLst>
              <a:path w="916639" h="709979">
                <a:moveTo>
                  <a:pt x="0" y="0"/>
                </a:moveTo>
                <a:lnTo>
                  <a:pt x="916639" y="0"/>
                </a:lnTo>
                <a:lnTo>
                  <a:pt x="916639" y="709979"/>
                </a:lnTo>
                <a:lnTo>
                  <a:pt x="0" y="7099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254515" y="5530834"/>
            <a:ext cx="9175485" cy="4873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840"/>
              </a:lnSpc>
              <a:spcBef>
                <a:spcPct val="0"/>
              </a:spcBef>
            </a:pPr>
            <a:r>
              <a:rPr lang="hu-HU" sz="3200" dirty="0" smtClean="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Photoshop hosszadalma</a:t>
            </a:r>
            <a:endParaRPr lang="en-US" sz="3200" dirty="0">
              <a:solidFill>
                <a:srgbClr val="000000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2260314" y="4467964"/>
            <a:ext cx="11296077" cy="487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40"/>
              </a:lnSpc>
              <a:spcBef>
                <a:spcPct val="0"/>
              </a:spcBef>
            </a:pPr>
            <a:r>
              <a:rPr lang="hu-HU" sz="3200" dirty="0" err="1" smtClean="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Smack</a:t>
            </a:r>
            <a:r>
              <a:rPr lang="hu-HU" sz="3200" dirty="0" smtClean="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 </a:t>
            </a:r>
            <a:r>
              <a:rPr lang="hu-HU" sz="3200" dirty="0" err="1" smtClean="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studio</a:t>
            </a:r>
            <a:r>
              <a:rPr lang="hu-HU" sz="3200" dirty="0" smtClean="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 nehézségei</a:t>
            </a:r>
            <a:endParaRPr lang="en-US" sz="3200" dirty="0">
              <a:solidFill>
                <a:srgbClr val="000000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2260314" y="6593705"/>
            <a:ext cx="11296077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40"/>
              </a:lnSpc>
              <a:spcBef>
                <a:spcPct val="0"/>
              </a:spcBef>
            </a:pPr>
            <a:r>
              <a:rPr lang="hu-HU" sz="3200" dirty="0" smtClean="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AI elfogyása</a:t>
            </a:r>
            <a:endParaRPr lang="en-US" sz="3200" dirty="0">
              <a:solidFill>
                <a:srgbClr val="000000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028700" y="1022684"/>
            <a:ext cx="15528383" cy="2205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629"/>
              </a:lnSpc>
              <a:spcBef>
                <a:spcPct val="0"/>
              </a:spcBef>
            </a:pPr>
            <a:r>
              <a:rPr lang="hu-HU" sz="7191" u="none" strike="noStrike" dirty="0" smtClean="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Karakterkészítés nehézségei</a:t>
            </a:r>
            <a:endParaRPr lang="en-US" sz="7191" u="none" strike="noStrike" dirty="0">
              <a:solidFill>
                <a:srgbClr val="000000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12" name="Freeform 12"/>
          <p:cNvSpPr/>
          <p:nvPr/>
        </p:nvSpPr>
        <p:spPr>
          <a:xfrm>
            <a:off x="1036134" y="6528990"/>
            <a:ext cx="916639" cy="709979"/>
          </a:xfrm>
          <a:custGeom>
            <a:avLst/>
            <a:gdLst/>
            <a:ahLst/>
            <a:cxnLst/>
            <a:rect l="l" t="t" r="r" b="b"/>
            <a:pathLst>
              <a:path w="916639" h="709979">
                <a:moveTo>
                  <a:pt x="0" y="0"/>
                </a:moveTo>
                <a:lnTo>
                  <a:pt x="916639" y="0"/>
                </a:lnTo>
                <a:lnTo>
                  <a:pt x="916639" y="709978"/>
                </a:lnTo>
                <a:lnTo>
                  <a:pt x="0" y="7099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5392400" y="3164959"/>
            <a:ext cx="6790012" cy="1654294"/>
          </a:xfrm>
          <a:custGeom>
            <a:avLst/>
            <a:gdLst/>
            <a:ahLst/>
            <a:cxnLst/>
            <a:rect l="l" t="t" r="r" b="b"/>
            <a:pathLst>
              <a:path w="6790012" h="1654294">
                <a:moveTo>
                  <a:pt x="0" y="0"/>
                </a:moveTo>
                <a:lnTo>
                  <a:pt x="6790012" y="0"/>
                </a:lnTo>
                <a:lnTo>
                  <a:pt x="6790012" y="1654294"/>
                </a:lnTo>
                <a:lnTo>
                  <a:pt x="0" y="165429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5746" y="9258300"/>
            <a:ext cx="18272254" cy="3289006"/>
          </a:xfrm>
          <a:custGeom>
            <a:avLst/>
            <a:gdLst/>
            <a:ahLst/>
            <a:cxnLst/>
            <a:rect l="l" t="t" r="r" b="b"/>
            <a:pathLst>
              <a:path w="18272254" h="3289006">
                <a:moveTo>
                  <a:pt x="0" y="0"/>
                </a:moveTo>
                <a:lnTo>
                  <a:pt x="18272254" y="0"/>
                </a:lnTo>
                <a:lnTo>
                  <a:pt x="18272254" y="3289006"/>
                </a:lnTo>
                <a:lnTo>
                  <a:pt x="0" y="328900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=""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pic>
        <p:nvPicPr>
          <p:cNvPr id="13" name="Kép 12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7145000" y="190500"/>
            <a:ext cx="838200" cy="1059080"/>
          </a:xfrm>
          <a:prstGeom prst="rect">
            <a:avLst/>
          </a:prstGeom>
        </p:spPr>
      </p:pic>
      <p:pic>
        <p:nvPicPr>
          <p:cNvPr id="2" name="Kép 1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2420600" y="5653980"/>
            <a:ext cx="3048000" cy="3895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851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>
          <a:xfrm>
            <a:off x="1036134" y="4371193"/>
            <a:ext cx="916639" cy="709979"/>
          </a:xfrm>
          <a:custGeom>
            <a:avLst/>
            <a:gdLst/>
            <a:ahLst/>
            <a:cxnLst/>
            <a:rect l="l" t="t" r="r" b="b"/>
            <a:pathLst>
              <a:path w="916639" h="709979">
                <a:moveTo>
                  <a:pt x="0" y="0"/>
                </a:moveTo>
                <a:lnTo>
                  <a:pt x="916639" y="0"/>
                </a:lnTo>
                <a:lnTo>
                  <a:pt x="916639" y="709979"/>
                </a:lnTo>
                <a:lnTo>
                  <a:pt x="0" y="7099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036134" y="5450091"/>
            <a:ext cx="916639" cy="709979"/>
          </a:xfrm>
          <a:custGeom>
            <a:avLst/>
            <a:gdLst/>
            <a:ahLst/>
            <a:cxnLst/>
            <a:rect l="l" t="t" r="r" b="b"/>
            <a:pathLst>
              <a:path w="916639" h="709979">
                <a:moveTo>
                  <a:pt x="0" y="0"/>
                </a:moveTo>
                <a:lnTo>
                  <a:pt x="916639" y="0"/>
                </a:lnTo>
                <a:lnTo>
                  <a:pt x="916639" y="709979"/>
                </a:lnTo>
                <a:lnTo>
                  <a:pt x="0" y="7099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254515" y="5530834"/>
            <a:ext cx="11156685" cy="4873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840"/>
              </a:lnSpc>
              <a:spcBef>
                <a:spcPct val="0"/>
              </a:spcBef>
            </a:pPr>
            <a:r>
              <a:rPr lang="hu-HU" sz="3200" dirty="0" smtClean="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PX helyett </a:t>
            </a:r>
            <a:r>
              <a:rPr lang="hu-HU" sz="3200" dirty="0" err="1" smtClean="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viewport</a:t>
            </a:r>
            <a:endParaRPr lang="en-US" sz="3200" dirty="0">
              <a:solidFill>
                <a:srgbClr val="000000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2260314" y="4467964"/>
            <a:ext cx="11296077" cy="487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40"/>
              </a:lnSpc>
              <a:spcBef>
                <a:spcPct val="0"/>
              </a:spcBef>
            </a:pPr>
            <a:r>
              <a:rPr lang="hu-HU" sz="3200" dirty="0" smtClean="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Külön dizájn egységek</a:t>
            </a:r>
            <a:endParaRPr lang="en-US" sz="3200" dirty="0">
              <a:solidFill>
                <a:srgbClr val="000000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2260314" y="6593705"/>
            <a:ext cx="14656086" cy="4873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840"/>
              </a:lnSpc>
              <a:spcBef>
                <a:spcPct val="0"/>
              </a:spcBef>
            </a:pPr>
            <a:r>
              <a:rPr lang="hu-HU" sz="3200" dirty="0" smtClean="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Dizájn kitalálása</a:t>
            </a:r>
            <a:endParaRPr lang="en-US" sz="3200" dirty="0">
              <a:solidFill>
                <a:srgbClr val="000000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028700" y="1022684"/>
            <a:ext cx="16878300" cy="8271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629"/>
              </a:lnSpc>
              <a:spcBef>
                <a:spcPct val="0"/>
              </a:spcBef>
            </a:pPr>
            <a:r>
              <a:rPr lang="hu-HU" sz="6600" u="none" strike="noStrike" dirty="0" smtClean="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Dizájn nehézségei</a:t>
            </a:r>
            <a:endParaRPr lang="en-US" sz="6600" u="none" strike="noStrike" dirty="0">
              <a:solidFill>
                <a:srgbClr val="000000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12" name="Freeform 12"/>
          <p:cNvSpPr/>
          <p:nvPr/>
        </p:nvSpPr>
        <p:spPr>
          <a:xfrm>
            <a:off x="1036134" y="6528990"/>
            <a:ext cx="916639" cy="709979"/>
          </a:xfrm>
          <a:custGeom>
            <a:avLst/>
            <a:gdLst/>
            <a:ahLst/>
            <a:cxnLst/>
            <a:rect l="l" t="t" r="r" b="b"/>
            <a:pathLst>
              <a:path w="916639" h="709979">
                <a:moveTo>
                  <a:pt x="0" y="0"/>
                </a:moveTo>
                <a:lnTo>
                  <a:pt x="916639" y="0"/>
                </a:lnTo>
                <a:lnTo>
                  <a:pt x="916639" y="709978"/>
                </a:lnTo>
                <a:lnTo>
                  <a:pt x="0" y="7099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5746" y="9258300"/>
            <a:ext cx="18272254" cy="3289006"/>
          </a:xfrm>
          <a:custGeom>
            <a:avLst/>
            <a:gdLst/>
            <a:ahLst/>
            <a:cxnLst/>
            <a:rect l="l" t="t" r="r" b="b"/>
            <a:pathLst>
              <a:path w="18272254" h="3289006">
                <a:moveTo>
                  <a:pt x="0" y="0"/>
                </a:moveTo>
                <a:lnTo>
                  <a:pt x="18272254" y="0"/>
                </a:lnTo>
                <a:lnTo>
                  <a:pt x="18272254" y="3289006"/>
                </a:lnTo>
                <a:lnTo>
                  <a:pt x="0" y="32890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0"/>
          <p:cNvSpPr txBox="1"/>
          <p:nvPr/>
        </p:nvSpPr>
        <p:spPr>
          <a:xfrm>
            <a:off x="2254515" y="3246292"/>
            <a:ext cx="11296077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40"/>
              </a:lnSpc>
              <a:spcBef>
                <a:spcPct val="0"/>
              </a:spcBef>
            </a:pPr>
            <a:r>
              <a:rPr lang="hu-HU" sz="3200" dirty="0" smtClean="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Hosszú és unalmas CSS</a:t>
            </a:r>
            <a:endParaRPr lang="en-US" sz="3200" dirty="0">
              <a:solidFill>
                <a:srgbClr val="000000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14" name="Freeform 12"/>
          <p:cNvSpPr/>
          <p:nvPr/>
        </p:nvSpPr>
        <p:spPr>
          <a:xfrm>
            <a:off x="1030335" y="3181577"/>
            <a:ext cx="916639" cy="709979"/>
          </a:xfrm>
          <a:custGeom>
            <a:avLst/>
            <a:gdLst/>
            <a:ahLst/>
            <a:cxnLst/>
            <a:rect l="l" t="t" r="r" b="b"/>
            <a:pathLst>
              <a:path w="916639" h="709979">
                <a:moveTo>
                  <a:pt x="0" y="0"/>
                </a:moveTo>
                <a:lnTo>
                  <a:pt x="916639" y="0"/>
                </a:lnTo>
                <a:lnTo>
                  <a:pt x="916639" y="709978"/>
                </a:lnTo>
                <a:lnTo>
                  <a:pt x="0" y="7099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3"/>
          <p:cNvSpPr/>
          <p:nvPr/>
        </p:nvSpPr>
        <p:spPr>
          <a:xfrm>
            <a:off x="12496800" y="2099795"/>
            <a:ext cx="5086612" cy="2302848"/>
          </a:xfrm>
          <a:custGeom>
            <a:avLst/>
            <a:gdLst/>
            <a:ahLst/>
            <a:cxnLst/>
            <a:rect l="l" t="t" r="r" b="b"/>
            <a:pathLst>
              <a:path w="5086612" h="2302848">
                <a:moveTo>
                  <a:pt x="0" y="0"/>
                </a:moveTo>
                <a:lnTo>
                  <a:pt x="5086612" y="0"/>
                </a:lnTo>
                <a:lnTo>
                  <a:pt x="5086612" y="2302848"/>
                </a:lnTo>
                <a:lnTo>
                  <a:pt x="0" y="230284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pic>
        <p:nvPicPr>
          <p:cNvPr id="16" name="Kép 15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6916400" y="342067"/>
            <a:ext cx="1066800" cy="837875"/>
          </a:xfrm>
          <a:prstGeom prst="rect">
            <a:avLst/>
          </a:prstGeom>
        </p:spPr>
      </p:pic>
      <p:pic>
        <p:nvPicPr>
          <p:cNvPr id="2" name="Kép 1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2725400" y="5573591"/>
            <a:ext cx="2390906" cy="4057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199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>
          <a:xfrm>
            <a:off x="1036134" y="4371193"/>
            <a:ext cx="916639" cy="709979"/>
          </a:xfrm>
          <a:custGeom>
            <a:avLst/>
            <a:gdLst/>
            <a:ahLst/>
            <a:cxnLst/>
            <a:rect l="l" t="t" r="r" b="b"/>
            <a:pathLst>
              <a:path w="916639" h="709979">
                <a:moveTo>
                  <a:pt x="0" y="0"/>
                </a:moveTo>
                <a:lnTo>
                  <a:pt x="916639" y="0"/>
                </a:lnTo>
                <a:lnTo>
                  <a:pt x="916639" y="709979"/>
                </a:lnTo>
                <a:lnTo>
                  <a:pt x="0" y="7099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036134" y="5450091"/>
            <a:ext cx="916639" cy="709979"/>
          </a:xfrm>
          <a:custGeom>
            <a:avLst/>
            <a:gdLst/>
            <a:ahLst/>
            <a:cxnLst/>
            <a:rect l="l" t="t" r="r" b="b"/>
            <a:pathLst>
              <a:path w="916639" h="709979">
                <a:moveTo>
                  <a:pt x="0" y="0"/>
                </a:moveTo>
                <a:lnTo>
                  <a:pt x="916639" y="0"/>
                </a:lnTo>
                <a:lnTo>
                  <a:pt x="916639" y="709979"/>
                </a:lnTo>
                <a:lnTo>
                  <a:pt x="0" y="7099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254515" y="5530834"/>
            <a:ext cx="11156685" cy="4873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840"/>
              </a:lnSpc>
              <a:spcBef>
                <a:spcPct val="0"/>
              </a:spcBef>
            </a:pPr>
            <a:r>
              <a:rPr lang="hu-HU" sz="3200" dirty="0" smtClean="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Internet elérés</a:t>
            </a:r>
            <a:endParaRPr lang="en-US" sz="3200" dirty="0">
              <a:solidFill>
                <a:srgbClr val="000000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2260314" y="4467964"/>
            <a:ext cx="11296077" cy="487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40"/>
              </a:lnSpc>
              <a:spcBef>
                <a:spcPct val="0"/>
              </a:spcBef>
            </a:pPr>
            <a:r>
              <a:rPr lang="hu-HU" sz="3200" dirty="0" smtClean="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Discord képernyőmegosztás</a:t>
            </a:r>
            <a:endParaRPr lang="en-US" sz="3200" dirty="0">
              <a:solidFill>
                <a:srgbClr val="000000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2260314" y="6593705"/>
            <a:ext cx="14656086" cy="4873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840"/>
              </a:lnSpc>
              <a:spcBef>
                <a:spcPct val="0"/>
              </a:spcBef>
            </a:pPr>
            <a:r>
              <a:rPr lang="hu-HU" sz="3200" dirty="0" smtClean="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Könyv működése</a:t>
            </a:r>
            <a:endParaRPr lang="en-US" sz="3200" dirty="0">
              <a:solidFill>
                <a:srgbClr val="000000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028700" y="1022684"/>
            <a:ext cx="16878300" cy="8271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629"/>
              </a:lnSpc>
              <a:spcBef>
                <a:spcPct val="0"/>
              </a:spcBef>
            </a:pPr>
            <a:r>
              <a:rPr lang="hu-HU" sz="6600" u="none" strike="noStrike" dirty="0" smtClean="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Egyéb nehézségek</a:t>
            </a:r>
            <a:endParaRPr lang="en-US" sz="6600" u="none" strike="noStrike" dirty="0">
              <a:solidFill>
                <a:srgbClr val="000000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12" name="Freeform 12"/>
          <p:cNvSpPr/>
          <p:nvPr/>
        </p:nvSpPr>
        <p:spPr>
          <a:xfrm>
            <a:off x="1036134" y="6528990"/>
            <a:ext cx="916639" cy="709979"/>
          </a:xfrm>
          <a:custGeom>
            <a:avLst/>
            <a:gdLst/>
            <a:ahLst/>
            <a:cxnLst/>
            <a:rect l="l" t="t" r="r" b="b"/>
            <a:pathLst>
              <a:path w="916639" h="709979">
                <a:moveTo>
                  <a:pt x="0" y="0"/>
                </a:moveTo>
                <a:lnTo>
                  <a:pt x="916639" y="0"/>
                </a:lnTo>
                <a:lnTo>
                  <a:pt x="916639" y="709978"/>
                </a:lnTo>
                <a:lnTo>
                  <a:pt x="0" y="7099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5746" y="9258300"/>
            <a:ext cx="18272254" cy="3289006"/>
          </a:xfrm>
          <a:custGeom>
            <a:avLst/>
            <a:gdLst/>
            <a:ahLst/>
            <a:cxnLst/>
            <a:rect l="l" t="t" r="r" b="b"/>
            <a:pathLst>
              <a:path w="18272254" h="3289006">
                <a:moveTo>
                  <a:pt x="0" y="0"/>
                </a:moveTo>
                <a:lnTo>
                  <a:pt x="18272254" y="0"/>
                </a:lnTo>
                <a:lnTo>
                  <a:pt x="18272254" y="3289006"/>
                </a:lnTo>
                <a:lnTo>
                  <a:pt x="0" y="32890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0"/>
          <p:cNvSpPr txBox="1"/>
          <p:nvPr/>
        </p:nvSpPr>
        <p:spPr>
          <a:xfrm>
            <a:off x="2254515" y="3246292"/>
            <a:ext cx="11296077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40"/>
              </a:lnSpc>
              <a:spcBef>
                <a:spcPct val="0"/>
              </a:spcBef>
            </a:pPr>
            <a:r>
              <a:rPr lang="hu-HU" sz="3200" dirty="0" err="1" smtClean="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Tkinter</a:t>
            </a:r>
            <a:r>
              <a:rPr lang="hu-HU" sz="3200" dirty="0" smtClean="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 dizájn</a:t>
            </a:r>
            <a:endParaRPr lang="en-US" sz="3200" dirty="0">
              <a:solidFill>
                <a:srgbClr val="000000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14" name="Freeform 12"/>
          <p:cNvSpPr/>
          <p:nvPr/>
        </p:nvSpPr>
        <p:spPr>
          <a:xfrm>
            <a:off x="1030335" y="3181577"/>
            <a:ext cx="916639" cy="709979"/>
          </a:xfrm>
          <a:custGeom>
            <a:avLst/>
            <a:gdLst/>
            <a:ahLst/>
            <a:cxnLst/>
            <a:rect l="l" t="t" r="r" b="b"/>
            <a:pathLst>
              <a:path w="916639" h="709979">
                <a:moveTo>
                  <a:pt x="0" y="0"/>
                </a:moveTo>
                <a:lnTo>
                  <a:pt x="916639" y="0"/>
                </a:lnTo>
                <a:lnTo>
                  <a:pt x="916639" y="709978"/>
                </a:lnTo>
                <a:lnTo>
                  <a:pt x="0" y="7099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3"/>
          <p:cNvSpPr/>
          <p:nvPr/>
        </p:nvSpPr>
        <p:spPr>
          <a:xfrm>
            <a:off x="14325600" y="199957"/>
            <a:ext cx="5086612" cy="2302848"/>
          </a:xfrm>
          <a:custGeom>
            <a:avLst/>
            <a:gdLst/>
            <a:ahLst/>
            <a:cxnLst/>
            <a:rect l="l" t="t" r="r" b="b"/>
            <a:pathLst>
              <a:path w="5086612" h="2302848">
                <a:moveTo>
                  <a:pt x="0" y="0"/>
                </a:moveTo>
                <a:lnTo>
                  <a:pt x="5086612" y="0"/>
                </a:lnTo>
                <a:lnTo>
                  <a:pt x="5086612" y="2302848"/>
                </a:lnTo>
                <a:lnTo>
                  <a:pt x="0" y="230284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1"/>
          <p:cNvSpPr/>
          <p:nvPr/>
        </p:nvSpPr>
        <p:spPr>
          <a:xfrm>
            <a:off x="9496044" y="2040595"/>
            <a:ext cx="6868763" cy="1673480"/>
          </a:xfrm>
          <a:custGeom>
            <a:avLst/>
            <a:gdLst/>
            <a:ahLst/>
            <a:cxnLst/>
            <a:rect l="l" t="t" r="r" b="b"/>
            <a:pathLst>
              <a:path w="6868763" h="1673480">
                <a:moveTo>
                  <a:pt x="0" y="0"/>
                </a:moveTo>
                <a:lnTo>
                  <a:pt x="6868764" y="0"/>
                </a:lnTo>
                <a:lnTo>
                  <a:pt x="6868764" y="1673480"/>
                </a:lnTo>
                <a:lnTo>
                  <a:pt x="0" y="167348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=""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pic>
        <p:nvPicPr>
          <p:cNvPr id="18" name="Kép 17"/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7145000" y="190500"/>
            <a:ext cx="838200" cy="1059080"/>
          </a:xfrm>
          <a:prstGeom prst="rect">
            <a:avLst/>
          </a:prstGeom>
        </p:spPr>
      </p:pic>
      <p:pic>
        <p:nvPicPr>
          <p:cNvPr id="2" name="Kép 1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3712942" y="5242467"/>
            <a:ext cx="2196792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2155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9600" y="723900"/>
            <a:ext cx="17145000" cy="8271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629"/>
              </a:lnSpc>
              <a:spcBef>
                <a:spcPct val="0"/>
              </a:spcBef>
            </a:pPr>
            <a:r>
              <a:rPr lang="hu-HU" sz="5400" u="none" strike="noStrike" dirty="0" smtClean="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Használt programok</a:t>
            </a:r>
            <a:endParaRPr lang="en-US" sz="5400" u="none" strike="noStrike" dirty="0">
              <a:solidFill>
                <a:srgbClr val="000000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35" name="Freeform 35"/>
          <p:cNvSpPr/>
          <p:nvPr/>
        </p:nvSpPr>
        <p:spPr>
          <a:xfrm>
            <a:off x="15746" y="9258300"/>
            <a:ext cx="18272254" cy="3289006"/>
          </a:xfrm>
          <a:custGeom>
            <a:avLst/>
            <a:gdLst/>
            <a:ahLst/>
            <a:cxnLst/>
            <a:rect l="l" t="t" r="r" b="b"/>
            <a:pathLst>
              <a:path w="18272254" h="3289006">
                <a:moveTo>
                  <a:pt x="0" y="0"/>
                </a:moveTo>
                <a:lnTo>
                  <a:pt x="18272254" y="0"/>
                </a:lnTo>
                <a:lnTo>
                  <a:pt x="18272254" y="3289006"/>
                </a:lnTo>
                <a:lnTo>
                  <a:pt x="0" y="32890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57"/>
                </a:ext>
              </a:extLst>
            </a:blip>
            <a:stretch>
              <a:fillRect/>
            </a:stretch>
          </a:blipFill>
        </p:spPr>
      </p:sp>
      <p:sp>
        <p:nvSpPr>
          <p:cNvPr id="36" name="TextBox 10"/>
          <p:cNvSpPr txBox="1"/>
          <p:nvPr/>
        </p:nvSpPr>
        <p:spPr>
          <a:xfrm>
            <a:off x="914400" y="2628900"/>
            <a:ext cx="14656086" cy="60529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840"/>
              </a:lnSpc>
              <a:spcBef>
                <a:spcPts val="1200"/>
              </a:spcBef>
              <a:spcAft>
                <a:spcPts val="1200"/>
              </a:spcAft>
            </a:pPr>
            <a:r>
              <a:rPr lang="hu-HU" sz="2800" dirty="0" smtClean="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VS </a:t>
            </a:r>
            <a:r>
              <a:rPr lang="hu-HU" sz="2800" dirty="0" err="1" smtClean="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Code</a:t>
            </a:r>
            <a:endParaRPr lang="hu-HU" sz="2800" dirty="0" smtClean="0">
              <a:solidFill>
                <a:srgbClr val="000000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  <a:p>
            <a:pPr marL="0" lvl="0" indent="0" algn="l">
              <a:lnSpc>
                <a:spcPts val="3840"/>
              </a:lnSpc>
              <a:spcBef>
                <a:spcPts val="1200"/>
              </a:spcBef>
              <a:spcAft>
                <a:spcPts val="1200"/>
              </a:spcAft>
            </a:pPr>
            <a:r>
              <a:rPr lang="hu-HU" sz="2800" dirty="0" err="1" smtClean="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ChatGPT</a:t>
            </a:r>
            <a:endParaRPr lang="hu-HU" sz="2800" dirty="0" smtClean="0">
              <a:solidFill>
                <a:srgbClr val="000000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  <a:p>
            <a:pPr marL="0" lvl="0" indent="0" algn="l">
              <a:lnSpc>
                <a:spcPts val="3840"/>
              </a:lnSpc>
              <a:spcBef>
                <a:spcPts val="1200"/>
              </a:spcBef>
              <a:spcAft>
                <a:spcPts val="1200"/>
              </a:spcAft>
            </a:pPr>
            <a:r>
              <a:rPr lang="hu-HU" sz="2800" dirty="0" err="1" smtClean="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Gemini</a:t>
            </a:r>
            <a:endParaRPr lang="hu-HU" sz="2800" dirty="0" smtClean="0">
              <a:solidFill>
                <a:srgbClr val="000000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  <a:p>
            <a:pPr marL="0" lvl="0" indent="0" algn="l">
              <a:lnSpc>
                <a:spcPts val="3840"/>
              </a:lnSpc>
              <a:spcBef>
                <a:spcPts val="1200"/>
              </a:spcBef>
              <a:spcAft>
                <a:spcPts val="1200"/>
              </a:spcAft>
            </a:pPr>
            <a:r>
              <a:rPr lang="hu-HU" sz="2800" dirty="0" err="1" smtClean="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ClickUP</a:t>
            </a:r>
            <a:endParaRPr lang="hu-HU" sz="2800" dirty="0" smtClean="0">
              <a:solidFill>
                <a:srgbClr val="000000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  <a:p>
            <a:pPr marL="0" lvl="0" indent="0" algn="l">
              <a:lnSpc>
                <a:spcPts val="3840"/>
              </a:lnSpc>
              <a:spcBef>
                <a:spcPts val="1200"/>
              </a:spcBef>
              <a:spcAft>
                <a:spcPts val="1200"/>
              </a:spcAft>
            </a:pPr>
            <a:r>
              <a:rPr lang="hu-HU" sz="2800" dirty="0" err="1" smtClean="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Suno</a:t>
            </a:r>
            <a:endParaRPr lang="hu-HU" sz="2800" dirty="0" smtClean="0">
              <a:solidFill>
                <a:srgbClr val="000000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  <a:p>
            <a:pPr marL="0" lvl="0" indent="0" algn="l">
              <a:lnSpc>
                <a:spcPts val="3840"/>
              </a:lnSpc>
              <a:spcBef>
                <a:spcPts val="1200"/>
              </a:spcBef>
              <a:spcAft>
                <a:spcPts val="1200"/>
              </a:spcAft>
            </a:pPr>
            <a:r>
              <a:rPr lang="hu-HU" sz="2800" dirty="0" smtClean="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Photoshop</a:t>
            </a:r>
          </a:p>
          <a:p>
            <a:pPr marL="0" lvl="0" indent="0" algn="l">
              <a:lnSpc>
                <a:spcPts val="3840"/>
              </a:lnSpc>
              <a:spcBef>
                <a:spcPts val="1200"/>
              </a:spcBef>
              <a:spcAft>
                <a:spcPts val="1200"/>
              </a:spcAft>
            </a:pPr>
            <a:r>
              <a:rPr lang="hu-HU" sz="2800" dirty="0" err="1" smtClean="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Smack</a:t>
            </a:r>
            <a:r>
              <a:rPr lang="hu-HU" sz="2800" dirty="0" smtClean="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 </a:t>
            </a:r>
            <a:r>
              <a:rPr lang="hu-HU" sz="2800" dirty="0" err="1" smtClean="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Studio</a:t>
            </a:r>
            <a:endParaRPr lang="hu-HU" sz="2800" dirty="0" smtClean="0">
              <a:solidFill>
                <a:srgbClr val="000000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  <a:p>
            <a:pPr marL="0" lvl="0" indent="0" algn="l">
              <a:lnSpc>
                <a:spcPts val="3840"/>
              </a:lnSpc>
              <a:spcBef>
                <a:spcPts val="1200"/>
              </a:spcBef>
              <a:spcAft>
                <a:spcPts val="1200"/>
              </a:spcAft>
            </a:pPr>
            <a:r>
              <a:rPr lang="hu-HU" sz="2800" dirty="0" err="1" smtClean="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Paint</a:t>
            </a:r>
            <a:endParaRPr lang="en-US" sz="2800" dirty="0">
              <a:solidFill>
                <a:srgbClr val="000000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pic>
        <p:nvPicPr>
          <p:cNvPr id="37" name="Kép 36"/>
          <p:cNvPicPr>
            <a:picLocks noChangeAspect="1"/>
          </p:cNvPicPr>
          <p:nvPr/>
        </p:nvPicPr>
        <p:blipFill>
          <a:blip r:embed="rId5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1000" y="2127511"/>
            <a:ext cx="2057400" cy="2057400"/>
          </a:xfrm>
          <a:prstGeom prst="rect">
            <a:avLst/>
          </a:prstGeom>
        </p:spPr>
      </p:pic>
      <p:pic>
        <p:nvPicPr>
          <p:cNvPr id="38" name="Kép 37"/>
          <p:cNvPicPr>
            <a:picLocks noChangeAspect="1"/>
          </p:cNvPicPr>
          <p:nvPr/>
        </p:nvPicPr>
        <p:blipFill>
          <a:blip r:embed="rId5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8400" y="1913198"/>
            <a:ext cx="4419600" cy="2486025"/>
          </a:xfrm>
          <a:prstGeom prst="rect">
            <a:avLst/>
          </a:prstGeom>
        </p:spPr>
      </p:pic>
      <p:pic>
        <p:nvPicPr>
          <p:cNvPr id="39" name="Kép 38"/>
          <p:cNvPicPr>
            <a:picLocks noChangeAspect="1"/>
          </p:cNvPicPr>
          <p:nvPr/>
        </p:nvPicPr>
        <p:blipFill>
          <a:blip r:embed="rId6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73200" y="1890766"/>
            <a:ext cx="2530888" cy="2530888"/>
          </a:xfrm>
          <a:prstGeom prst="rect">
            <a:avLst/>
          </a:prstGeom>
        </p:spPr>
      </p:pic>
      <p:pic>
        <p:nvPicPr>
          <p:cNvPr id="40" name="Kép 39"/>
          <p:cNvPicPr>
            <a:picLocks noChangeAspect="1"/>
          </p:cNvPicPr>
          <p:nvPr/>
        </p:nvPicPr>
        <p:blipFill>
          <a:blip r:embed="rId6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4293" y="4184911"/>
            <a:ext cx="2995613" cy="2995613"/>
          </a:xfrm>
          <a:prstGeom prst="rect">
            <a:avLst/>
          </a:prstGeom>
        </p:spPr>
      </p:pic>
      <p:pic>
        <p:nvPicPr>
          <p:cNvPr id="41" name="Kép 40"/>
          <p:cNvPicPr>
            <a:picLocks noChangeAspect="1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495" y="4539664"/>
            <a:ext cx="2231409" cy="2231409"/>
          </a:xfrm>
          <a:prstGeom prst="rect">
            <a:avLst/>
          </a:prstGeom>
        </p:spPr>
      </p:pic>
      <p:pic>
        <p:nvPicPr>
          <p:cNvPr id="42" name="Kép 41"/>
          <p:cNvPicPr>
            <a:picLocks noChangeAspect="1"/>
          </p:cNvPicPr>
          <p:nvPr/>
        </p:nvPicPr>
        <p:blipFill>
          <a:blip r:embed="rId6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47392" y="4591112"/>
            <a:ext cx="2182504" cy="2128512"/>
          </a:xfrm>
          <a:prstGeom prst="rect">
            <a:avLst/>
          </a:prstGeom>
        </p:spPr>
      </p:pic>
      <p:pic>
        <p:nvPicPr>
          <p:cNvPr id="43" name="Kép 42"/>
          <p:cNvPicPr>
            <a:picLocks noChangeAspect="1"/>
          </p:cNvPicPr>
          <p:nvPr/>
        </p:nvPicPr>
        <p:blipFill>
          <a:blip r:embed="rId6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0962" y="7005691"/>
            <a:ext cx="2670483" cy="1956973"/>
          </a:xfrm>
          <a:prstGeom prst="rect">
            <a:avLst/>
          </a:prstGeom>
        </p:spPr>
      </p:pic>
      <p:pic>
        <p:nvPicPr>
          <p:cNvPr id="44" name="Kép 43"/>
          <p:cNvPicPr>
            <a:picLocks noChangeAspect="1"/>
          </p:cNvPicPr>
          <p:nvPr/>
        </p:nvPicPr>
        <p:blipFill>
          <a:blip r:embed="rId6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64604" y="7052493"/>
            <a:ext cx="2113396" cy="2113396"/>
          </a:xfrm>
          <a:prstGeom prst="rect">
            <a:avLst/>
          </a:prstGeom>
        </p:spPr>
      </p:pic>
      <p:pic>
        <p:nvPicPr>
          <p:cNvPr id="45" name="Kép 44"/>
          <p:cNvPicPr>
            <a:picLocks noChangeAspect="1"/>
          </p:cNvPicPr>
          <p:nvPr/>
        </p:nvPicPr>
        <p:blipFill>
          <a:blip r:embed="rId6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6916400" y="342067"/>
            <a:ext cx="1066800" cy="8378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Kép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1866294" y="238063"/>
            <a:ext cx="1888915" cy="1322037"/>
          </a:xfrm>
          <a:prstGeom prst="rect">
            <a:avLst/>
          </a:prstGeom>
        </p:spPr>
      </p:pic>
      <p:sp>
        <p:nvSpPr>
          <p:cNvPr id="4" name="Freeform 4"/>
          <p:cNvSpPr/>
          <p:nvPr/>
        </p:nvSpPr>
        <p:spPr>
          <a:xfrm>
            <a:off x="15746" y="9258300"/>
            <a:ext cx="18272254" cy="3289006"/>
          </a:xfrm>
          <a:custGeom>
            <a:avLst/>
            <a:gdLst/>
            <a:ahLst/>
            <a:cxnLst/>
            <a:rect l="l" t="t" r="r" b="b"/>
            <a:pathLst>
              <a:path w="18272254" h="3289006">
                <a:moveTo>
                  <a:pt x="0" y="0"/>
                </a:moveTo>
                <a:lnTo>
                  <a:pt x="18272254" y="0"/>
                </a:lnTo>
                <a:lnTo>
                  <a:pt x="18272254" y="3289006"/>
                </a:lnTo>
                <a:lnTo>
                  <a:pt x="0" y="32890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863900" y="598717"/>
            <a:ext cx="7891949" cy="1922766"/>
          </a:xfrm>
          <a:custGeom>
            <a:avLst/>
            <a:gdLst/>
            <a:ahLst/>
            <a:cxnLst/>
            <a:rect l="l" t="t" r="r" b="b"/>
            <a:pathLst>
              <a:path w="7891949" h="1922766">
                <a:moveTo>
                  <a:pt x="0" y="0"/>
                </a:moveTo>
                <a:lnTo>
                  <a:pt x="7891949" y="0"/>
                </a:lnTo>
                <a:lnTo>
                  <a:pt x="7891949" y="1922766"/>
                </a:lnTo>
                <a:lnTo>
                  <a:pt x="0" y="192276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2250774" y="6434296"/>
            <a:ext cx="4412506" cy="2824004"/>
          </a:xfrm>
          <a:custGeom>
            <a:avLst/>
            <a:gdLst/>
            <a:ahLst/>
            <a:cxnLst/>
            <a:rect l="l" t="t" r="r" b="b"/>
            <a:pathLst>
              <a:path w="4412506" h="2824004">
                <a:moveTo>
                  <a:pt x="0" y="0"/>
                </a:moveTo>
                <a:lnTo>
                  <a:pt x="4412506" y="0"/>
                </a:lnTo>
                <a:lnTo>
                  <a:pt x="4412506" y="2824004"/>
                </a:lnTo>
                <a:lnTo>
                  <a:pt x="0" y="282400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=""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6477000" y="3925799"/>
            <a:ext cx="9693485" cy="1096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629"/>
              </a:lnSpc>
              <a:spcBef>
                <a:spcPct val="0"/>
              </a:spcBef>
            </a:pPr>
            <a:r>
              <a:rPr lang="hu-HU" sz="7191" dirty="0" smtClean="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Köszönjük</a:t>
            </a:r>
            <a:r>
              <a:rPr lang="en-US" sz="7191" dirty="0" smtClean="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!</a:t>
            </a:r>
            <a:endParaRPr lang="en-US" sz="7191" dirty="0">
              <a:solidFill>
                <a:srgbClr val="000000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pic>
        <p:nvPicPr>
          <p:cNvPr id="10" name="Kép 9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1020" y="5143500"/>
            <a:ext cx="3305175" cy="4314825"/>
          </a:xfrm>
          <a:prstGeom prst="rect">
            <a:avLst/>
          </a:prstGeom>
        </p:spPr>
      </p:pic>
      <p:pic>
        <p:nvPicPr>
          <p:cNvPr id="11" name="Kép 10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3607" y="6757489"/>
            <a:ext cx="2076450" cy="2771775"/>
          </a:xfrm>
          <a:prstGeom prst="rect">
            <a:avLst/>
          </a:prstGeom>
        </p:spPr>
      </p:pic>
      <p:pic>
        <p:nvPicPr>
          <p:cNvPr id="13" name="Kép 12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5883819"/>
            <a:ext cx="2600325" cy="36099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</TotalTime>
  <Words>176</Words>
  <Application>Microsoft Office PowerPoint</Application>
  <PresentationFormat>Egyéni</PresentationFormat>
  <Paragraphs>86</Paragraphs>
  <Slides>20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20</vt:i4>
      </vt:variant>
    </vt:vector>
  </HeadingPairs>
  <TitlesOfParts>
    <vt:vector size="24" baseType="lpstr">
      <vt:lpstr>Press Start 2P</vt:lpstr>
      <vt:lpstr>Arial</vt:lpstr>
      <vt:lpstr>Calibri</vt:lpstr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Video Game Creation Hackathon  Presentation másolata</dc:title>
  <dc:creator>Laci</dc:creator>
  <cp:lastModifiedBy>Laci</cp:lastModifiedBy>
  <cp:revision>29</cp:revision>
  <dcterms:created xsi:type="dcterms:W3CDTF">2006-08-16T00:00:00Z</dcterms:created>
  <dcterms:modified xsi:type="dcterms:W3CDTF">2025-12-09T15:19:11Z</dcterms:modified>
  <dc:identifier>DAG7A1gOzqo</dc:identifier>
</cp:coreProperties>
</file>